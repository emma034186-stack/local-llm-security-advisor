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75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6" r:id="rId15"/>
    <p:sldId id="264" r:id="rId16"/>
    <p:sldId id="258" r:id="rId17"/>
    <p:sldId id="259" r:id="rId18"/>
    <p:sldId id="260" r:id="rId19"/>
    <p:sldId id="283" r:id="rId20"/>
    <p:sldId id="261" r:id="rId21"/>
    <p:sldId id="262" r:id="rId22"/>
    <p:sldId id="282" r:id="rId23"/>
    <p:sldId id="284" r:id="rId24"/>
    <p:sldId id="278" r:id="rId25"/>
    <p:sldId id="277" r:id="rId26"/>
    <p:sldId id="279" r:id="rId27"/>
    <p:sldId id="280" r:id="rId28"/>
    <p:sldId id="281" r:id="rId2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8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39FE24-A4EB-4A4E-ABC5-BC75C183AC04}" type="datetimeFigureOut">
              <a:rPr lang="zh-TW" altLang="en-US" smtClean="0"/>
              <a:t>2025/9/13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463357-BAAE-4BEB-8EA8-ED0DE21F4D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0529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Nessus </a:t>
            </a:r>
            <a:r>
              <a:rPr lang="zh-TW" altLang="en-US" dirty="0">
                <a:solidFill>
                  <a:srgbClr val="FF0000"/>
                </a:solidFill>
              </a:rPr>
              <a:t>不能直接掃描本機資料夾</a:t>
            </a:r>
            <a:r>
              <a:rPr lang="zh-TW" altLang="en-US" dirty="0"/>
              <a:t>（例如 </a:t>
            </a:r>
            <a:r>
              <a:rPr lang="en-US" altLang="zh-TW" dirty="0"/>
              <a:t>C:\xampp</a:t>
            </a:r>
            <a:r>
              <a:rPr lang="zh-TW" altLang="en-US" dirty="0"/>
              <a:t>）。它的設計是</a:t>
            </a:r>
            <a:r>
              <a:rPr lang="zh-TW" altLang="en-US" dirty="0">
                <a:solidFill>
                  <a:srgbClr val="FF0000"/>
                </a:solidFill>
              </a:rPr>
              <a:t>透過 </a:t>
            </a:r>
            <a:r>
              <a:rPr lang="en-US" altLang="zh-TW" dirty="0">
                <a:solidFill>
                  <a:srgbClr val="FF0000"/>
                </a:solidFill>
              </a:rPr>
              <a:t>IP/Port </a:t>
            </a:r>
            <a:r>
              <a:rPr lang="zh-TW" altLang="en-US" dirty="0">
                <a:solidFill>
                  <a:srgbClr val="FF0000"/>
                </a:solidFill>
              </a:rPr>
              <a:t>掃描 來檢查服務是否存在漏洞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63357-BAAE-4BEB-8EA8-ED0DE21F4DA8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3811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63357-BAAE-4BEB-8EA8-ED0DE21F4DA8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6746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「靶機」（英文常叫 </a:t>
            </a:r>
            <a:r>
              <a:rPr lang="en-US" altLang="zh-TW" b="1" dirty="0"/>
              <a:t>Vulnerable Machine / Target Machine / Practice Lab VM</a:t>
            </a:r>
            <a:r>
              <a:rPr lang="zh-TW" altLang="en-US" dirty="0"/>
              <a:t>）</a:t>
            </a:r>
            <a:r>
              <a:rPr lang="en-US" altLang="zh-TW" dirty="0"/>
              <a:t>:</a:t>
            </a:r>
            <a:r>
              <a:rPr lang="zh-TW" altLang="en-US" dirty="0"/>
              <a:t>一種 </a:t>
            </a:r>
            <a:r>
              <a:rPr lang="zh-TW" altLang="en-US" b="1" dirty="0"/>
              <a:t>故意設計有漏洞的電腦系統或虛擬機</a:t>
            </a:r>
            <a:r>
              <a:rPr lang="zh-TW" altLang="en-US" dirty="0"/>
              <a:t>，用來當作「攻擊練習目標」。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63357-BAAE-4BEB-8EA8-ED0DE21F4DA8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0168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5F358A-EC59-4790-A980-4CCDF893EF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6AEE037-1A2A-5020-5074-C3177517A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595D0B-2C0E-D51F-C206-C8F82DACC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9E9E-B2D1-4F8D-9987-E0B58BF00839}" type="datetimeFigureOut">
              <a:rPr lang="zh-TW" altLang="en-US" smtClean="0"/>
              <a:t>2025/9/13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8AE4640-7C30-7408-8DE6-1E81C1390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A9BF23-DEA0-DB85-E5B0-ED8E01B69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7FD2-C3D9-4B7E-AE17-BBA79F8F24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0128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B376A5-C9B8-85E3-12B5-8B3F2820D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1451F4-1828-9E6E-72E7-05CDC6522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108E18-8B9C-1050-F73D-46420261B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9E9E-B2D1-4F8D-9987-E0B58BF00839}" type="datetimeFigureOut">
              <a:rPr lang="zh-TW" altLang="en-US" smtClean="0"/>
              <a:t>2025/9/13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E0D71B-D427-A239-146D-D448C5A37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740F3F8-18C2-6838-85DD-159141D6B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7FD2-C3D9-4B7E-AE17-BBA79F8F24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2985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EFE5C8-1C4D-304F-FA79-199C7F19D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4CE5EB-6C30-BF69-F020-C6781FDB2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09C79B-0856-767C-31CC-9A76C401A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9E9E-B2D1-4F8D-9987-E0B58BF00839}" type="datetimeFigureOut">
              <a:rPr lang="zh-TW" altLang="en-US" smtClean="0"/>
              <a:t>2025/9/13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FC5ABA3-34DE-088E-298F-B206430FA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8488D0-78C1-008D-CA6E-6C55DD1E6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7FD2-C3D9-4B7E-AE17-BBA79F8F24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3404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C99DCD-4071-463F-B4A3-8E7B21532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AFEB8A-B989-C7B0-A301-8CE89BF31D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0CDA70D-F3A2-7C8A-4781-CDC0827B9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BF3D628-38C8-2DC7-2081-CB2BAA1F0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9E9E-B2D1-4F8D-9987-E0B58BF00839}" type="datetimeFigureOut">
              <a:rPr lang="zh-TW" altLang="en-US" smtClean="0"/>
              <a:t>2025/9/13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5E910AD-B818-2A08-0BD8-4733BBDB0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18B6368-109E-6DD5-CB97-258DFBC9D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7FD2-C3D9-4B7E-AE17-BBA79F8F24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8661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5B86E4-0A7D-32DC-4A67-BCD0F5E2C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0BF682C-F8B8-DD4E-90E2-8A32C2AE5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93F947A-C7C1-7926-ABC7-41C779285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C651021-B933-6349-5D1B-DD3F34503F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F4F95A2-437F-7A21-7930-542948712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752B437-B190-8A5D-94F6-1D35001DA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9E9E-B2D1-4F8D-9987-E0B58BF00839}" type="datetimeFigureOut">
              <a:rPr lang="zh-TW" altLang="en-US" smtClean="0"/>
              <a:t>2025/9/13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06DDA39-A550-CDA4-94FA-7B8FF84C6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1A487F9-6BB5-85FB-C6B6-284914E9B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7FD2-C3D9-4B7E-AE17-BBA79F8F24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6951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7F81A3-0CAC-C046-D595-67932C034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0181816-2315-4EEA-8D71-A18A7AF97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9E9E-B2D1-4F8D-9987-E0B58BF00839}" type="datetimeFigureOut">
              <a:rPr lang="zh-TW" altLang="en-US" smtClean="0"/>
              <a:t>2025/9/13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4D25333-01FF-3E28-D8C0-3A4D182FB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8BECB48-4061-B484-5298-39667299E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7FD2-C3D9-4B7E-AE17-BBA79F8F24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0544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34FF349-C177-ACA1-D8C9-D8A801AC3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9E9E-B2D1-4F8D-9987-E0B58BF00839}" type="datetimeFigureOut">
              <a:rPr lang="zh-TW" altLang="en-US" smtClean="0"/>
              <a:t>2025/9/13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3A511D5-123B-1279-5D1E-076816D8B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6F593CC-F8B7-2B21-9789-E40751A14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7FD2-C3D9-4B7E-AE17-BBA79F8F24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185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7EA5D0-8F0A-78EB-0E49-952413A09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A2B8BA-5C41-A6BF-5817-DC86CFD63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0BBD784-2C32-AA68-8127-4B5ADEB20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5732CC4-7E7B-28D2-1FE1-EA2C7F847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9E9E-B2D1-4F8D-9987-E0B58BF00839}" type="datetimeFigureOut">
              <a:rPr lang="zh-TW" altLang="en-US" smtClean="0"/>
              <a:t>2025/9/13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834D921-0DF7-45DD-91B5-B0FE4CCEF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9A16C77-9170-854B-3D7E-E12D26EB9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7FD2-C3D9-4B7E-AE17-BBA79F8F24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4935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2C39EA-BA40-2AA7-E70D-69B6F4297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FC784AA-2278-1D56-678B-531F393528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3C62D75-B3E9-1382-83C0-4338373AC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B9F94DE-F277-4786-D941-0236434DE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9E9E-B2D1-4F8D-9987-E0B58BF00839}" type="datetimeFigureOut">
              <a:rPr lang="zh-TW" altLang="en-US" smtClean="0"/>
              <a:t>2025/9/13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5455880-4BBB-DC3E-69D0-68428285E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C242688-69F3-F669-F39E-B32E33E14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7FD2-C3D9-4B7E-AE17-BBA79F8F24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1021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389296-5B6A-F8DC-87E0-F2D61B364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E2D5812-516A-05AB-03BA-D4EA55D95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D26975A-95A7-9192-B519-4127F954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9E9E-B2D1-4F8D-9987-E0B58BF00839}" type="datetimeFigureOut">
              <a:rPr lang="zh-TW" altLang="en-US" smtClean="0"/>
              <a:t>2025/9/13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BCE792A-39F2-3F61-3259-646071C58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37911E8-3B5E-1B77-550F-EA8AD08DC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7FD2-C3D9-4B7E-AE17-BBA79F8F24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8451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266767E-FCCB-F2E7-281F-CFF342E01B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32B186D-2B57-D824-7A1F-C29BD570D8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A3BAF78-C8F4-2163-5B7E-3C59B6048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9E9E-B2D1-4F8D-9987-E0B58BF00839}" type="datetimeFigureOut">
              <a:rPr lang="zh-TW" altLang="en-US" smtClean="0"/>
              <a:t>2025/9/13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4877861-112C-FE34-D1BB-D54850291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139632-3CAE-3F51-0BA5-4E348F023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7FD2-C3D9-4B7E-AE17-BBA79F8F24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529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3C8C16C-3243-D2D5-2A3A-61445CA91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BDE627-49A2-59BF-F59B-00B4B58E7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CCC402-7857-3A8D-4313-CE5AF40FF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6B9E9E-B2D1-4F8D-9987-E0B58BF00839}" type="datetimeFigureOut">
              <a:rPr lang="zh-TW" altLang="en-US" smtClean="0"/>
              <a:t>2025/9/13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CF0092-1669-8807-33AC-2111A8A294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8A1291-51A4-6A24-7636-5AD9171E9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DF7FD2-C3D9-4B7E-AE17-BBA79F8F24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4178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able.com/downloads/nessus?loginAttempted=tru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NSIyW3wSfB8" TargetMode="External"/><Relationship Id="rId5" Type="http://schemas.openxmlformats.org/officeDocument/2006/relationships/hyperlink" Target="https://localhost:8834/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tenable.com/downloads/nessus?loginAttempted=tru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986DEF-6F58-831A-4EC8-05D1DDA1B9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Nessus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安裝及使用教學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86306D1-469B-CDC4-6817-B61F16F6BC12}"/>
              </a:ext>
            </a:extLst>
          </p:cNvPr>
          <p:cNvSpPr txBox="1"/>
          <p:nvPr/>
        </p:nvSpPr>
        <p:spPr>
          <a:xfrm>
            <a:off x="4087554" y="5273972"/>
            <a:ext cx="4016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2025/9/13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實驗記錄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莊雅婷</a:t>
            </a:r>
          </a:p>
        </p:txBody>
      </p:sp>
    </p:spTree>
    <p:extLst>
      <p:ext uri="{BB962C8B-B14F-4D97-AF65-F5344CB8AC3E}">
        <p14:creationId xmlns:p14="http://schemas.microsoft.com/office/powerpoint/2010/main" val="1552368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046934-066B-0F1F-9A8D-B2D958452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Nessus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介紹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AF9C09-843F-A51B-1863-7CDB24FCF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7177"/>
            <a:ext cx="10515600" cy="109374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Nessus Essentials(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包含完整弱點資料庫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下載連結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hlinkClick r:id="rId3"/>
              </a:rPr>
              <a:t>https://www.tenable.com/downloads/nessus?loginAttempted=true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C1C7DD2-CA33-8EEB-D558-9B3EFA83DA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590783"/>
            <a:ext cx="6185027" cy="3232593"/>
          </a:xfrm>
          <a:prstGeom prst="rect">
            <a:avLst/>
          </a:prstGeom>
        </p:spPr>
      </p:pic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7C5FD535-FE01-A92A-562F-3E8268DF2A95}"/>
              </a:ext>
            </a:extLst>
          </p:cNvPr>
          <p:cNvSpPr txBox="1">
            <a:spLocks/>
          </p:cNvSpPr>
          <p:nvPr/>
        </p:nvSpPr>
        <p:spPr>
          <a:xfrm>
            <a:off x="838200" y="6007028"/>
            <a:ext cx="10515600" cy="4858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開啟方式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瀏覽器輸入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  <a:hlinkClick r:id="rId5"/>
              </a:rPr>
              <a:t>https://localhost:8834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D674C10-6CED-0D65-ADC6-5CAF727383C3}"/>
              </a:ext>
            </a:extLst>
          </p:cNvPr>
          <p:cNvSpPr txBox="1"/>
          <p:nvPr/>
        </p:nvSpPr>
        <p:spPr>
          <a:xfrm>
            <a:off x="8662332" y="6538027"/>
            <a:ext cx="35296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>
                <a:hlinkClick r:id="rId6"/>
              </a:rPr>
              <a:t>https://www.youtube.com/watch?v=NSIyW3wSfB8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305568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FE84A4-6041-08EB-7390-94D75E1AC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TW" altLang="en-US" sz="8000" dirty="0">
                <a:latin typeface="標楷體" panose="03000509000000000000" pitchFamily="65" charset="-120"/>
                <a:ea typeface="標楷體" panose="03000509000000000000" pitchFamily="65" charset="-120"/>
              </a:rPr>
              <a:t>安裝步驟</a:t>
            </a:r>
          </a:p>
        </p:txBody>
      </p:sp>
    </p:spTree>
    <p:extLst>
      <p:ext uri="{BB962C8B-B14F-4D97-AF65-F5344CB8AC3E}">
        <p14:creationId xmlns:p14="http://schemas.microsoft.com/office/powerpoint/2010/main" val="3323912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E368CC-E570-7B34-2E53-9216E7A6A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562" y="483387"/>
            <a:ext cx="9622873" cy="917575"/>
          </a:xfrm>
        </p:spPr>
        <p:txBody>
          <a:bodyPr>
            <a:normAutofit/>
          </a:bodyPr>
          <a:lstStyle/>
          <a:p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安裝網址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  <a:hlinkClick r:id="rId2"/>
              </a:rPr>
              <a:t>https://www.tenable.com/downloads/nessus?loginAttempted=true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400" dirty="0"/>
          </a:p>
        </p:txBody>
      </p:sp>
      <p:pic>
        <p:nvPicPr>
          <p:cNvPr id="7" name="圖片 6" descr="一張含有 文字, 螢幕擷取畫面, 軟體, 字型 的圖片&#10;&#10;AI 產生的內容可能不正確。">
            <a:extLst>
              <a:ext uri="{FF2B5EF4-FFF2-40B4-BE49-F238E27FC236}">
                <a16:creationId xmlns:a16="http://schemas.microsoft.com/office/drawing/2014/main" id="{CA7573D4-A150-F634-5F70-A5B1AF3E3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074" y="1547462"/>
            <a:ext cx="8949851" cy="482715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4A50EF2-C8FB-BB9B-85BC-10E8790E41DC}"/>
              </a:ext>
            </a:extLst>
          </p:cNvPr>
          <p:cNvSpPr/>
          <p:nvPr/>
        </p:nvSpPr>
        <p:spPr>
          <a:xfrm>
            <a:off x="3741491" y="4118994"/>
            <a:ext cx="889232" cy="2936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7002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E696D0CF-FFD5-62DF-9427-406B10E822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943" y="1664817"/>
            <a:ext cx="5388793" cy="4067670"/>
          </a:xfrm>
          <a:prstGeom prst="rect">
            <a:avLst/>
          </a:prstGeom>
        </p:spPr>
      </p:pic>
      <p:pic>
        <p:nvPicPr>
          <p:cNvPr id="7" name="圖片 6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4AD61581-A1AF-218D-A633-66D11446EE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42" y="1664817"/>
            <a:ext cx="5429417" cy="406767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992323C-74CE-30FC-F963-70EBFDEDFA72}"/>
              </a:ext>
            </a:extLst>
          </p:cNvPr>
          <p:cNvSpPr/>
          <p:nvPr/>
        </p:nvSpPr>
        <p:spPr>
          <a:xfrm>
            <a:off x="9460190" y="5450889"/>
            <a:ext cx="1015460" cy="2130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CBBAB45-007B-5F3B-F45F-2A5BC9D6FB3E}"/>
              </a:ext>
            </a:extLst>
          </p:cNvPr>
          <p:cNvSpPr/>
          <p:nvPr/>
        </p:nvSpPr>
        <p:spPr>
          <a:xfrm>
            <a:off x="3948637" y="5450889"/>
            <a:ext cx="960714" cy="2815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1677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軟體, 作業系統 的圖片&#10;&#10;AI 產生的內容可能不正確。">
            <a:extLst>
              <a:ext uri="{FF2B5EF4-FFF2-40B4-BE49-F238E27FC236}">
                <a16:creationId xmlns:a16="http://schemas.microsoft.com/office/drawing/2014/main" id="{83E08D99-8DE3-1772-700F-8E41D71C5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059" y="0"/>
            <a:ext cx="11449879" cy="68580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7117450D-61E6-E459-9758-7AFC5B3E6BC3}"/>
              </a:ext>
            </a:extLst>
          </p:cNvPr>
          <p:cNvSpPr txBox="1"/>
          <p:nvPr/>
        </p:nvSpPr>
        <p:spPr>
          <a:xfrm>
            <a:off x="4738225" y="1783243"/>
            <a:ext cx="2715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Finish</a:t>
            </a:r>
            <a:r>
              <a:rPr lang="en-US" altLang="zh-TW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→</a:t>
            </a:r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跳至</a:t>
            </a:r>
            <a:r>
              <a:rPr lang="en-US" altLang="zh-TW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Nessus</a:t>
            </a:r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頁面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668DEB-397C-01BE-F0A3-487194808C68}"/>
              </a:ext>
            </a:extLst>
          </p:cNvPr>
          <p:cNvSpPr/>
          <p:nvPr/>
        </p:nvSpPr>
        <p:spPr>
          <a:xfrm>
            <a:off x="4987238" y="3349161"/>
            <a:ext cx="2301835" cy="2815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400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軟體, 網頁 的圖片&#10;&#10;AI 產生的內容可能不正確。">
            <a:extLst>
              <a:ext uri="{FF2B5EF4-FFF2-40B4-BE49-F238E27FC236}">
                <a16:creationId xmlns:a16="http://schemas.microsoft.com/office/drawing/2014/main" id="{66342F8B-F8A8-D2C8-0EA4-A75D49F0D6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73" y="0"/>
            <a:ext cx="12116853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97C801B-C781-DB15-75B6-A1C42192A1A0}"/>
              </a:ext>
            </a:extLst>
          </p:cNvPr>
          <p:cNvSpPr/>
          <p:nvPr/>
        </p:nvSpPr>
        <p:spPr>
          <a:xfrm>
            <a:off x="3695334" y="4364229"/>
            <a:ext cx="499162" cy="2815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5146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設計 的圖片&#10;&#10;AI 產生的內容可能不正確。">
            <a:extLst>
              <a:ext uri="{FF2B5EF4-FFF2-40B4-BE49-F238E27FC236}">
                <a16:creationId xmlns:a16="http://schemas.microsoft.com/office/drawing/2014/main" id="{6ED5B1B5-E767-E906-BEED-7452FB82C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4875"/>
            <a:ext cx="12192000" cy="652825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0F18370-95A1-566B-2BE9-8230AFE34513}"/>
              </a:ext>
            </a:extLst>
          </p:cNvPr>
          <p:cNvSpPr/>
          <p:nvPr/>
        </p:nvSpPr>
        <p:spPr>
          <a:xfrm>
            <a:off x="3284273" y="5169572"/>
            <a:ext cx="2301835" cy="2815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6618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軟體, 作業系統 的圖片&#10;&#10;AI 產生的內容可能不正確。">
            <a:extLst>
              <a:ext uri="{FF2B5EF4-FFF2-40B4-BE49-F238E27FC236}">
                <a16:creationId xmlns:a16="http://schemas.microsoft.com/office/drawing/2014/main" id="{0A127855-D958-739D-A61D-2AE4F3E15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5" y="0"/>
            <a:ext cx="12100869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C503881-68E2-9AFC-A961-8F37B8F03A8B}"/>
              </a:ext>
            </a:extLst>
          </p:cNvPr>
          <p:cNvSpPr/>
          <p:nvPr/>
        </p:nvSpPr>
        <p:spPr>
          <a:xfrm>
            <a:off x="6706981" y="4951458"/>
            <a:ext cx="708887" cy="2815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8280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軟體, 作業系統 的圖片&#10;&#10;AI 產生的內容可能不正確。">
            <a:extLst>
              <a:ext uri="{FF2B5EF4-FFF2-40B4-BE49-F238E27FC236}">
                <a16:creationId xmlns:a16="http://schemas.microsoft.com/office/drawing/2014/main" id="{891346E9-D134-EC64-5318-B4014C2C5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4" y="0"/>
            <a:ext cx="12137772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2FD61AB-30AF-CB3A-4014-924807747E95}"/>
              </a:ext>
            </a:extLst>
          </p:cNvPr>
          <p:cNvSpPr/>
          <p:nvPr/>
        </p:nvSpPr>
        <p:spPr>
          <a:xfrm>
            <a:off x="4769124" y="4406174"/>
            <a:ext cx="1824623" cy="2815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94D46B3-0B38-2D88-FB9E-6D1AD0B0C456}"/>
              </a:ext>
            </a:extLst>
          </p:cNvPr>
          <p:cNvSpPr/>
          <p:nvPr/>
        </p:nvSpPr>
        <p:spPr>
          <a:xfrm>
            <a:off x="6690203" y="5085682"/>
            <a:ext cx="692109" cy="2815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7644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軟體, 作業系統 的圖片&#10;&#10;AI 產生的內容可能不正確。">
            <a:extLst>
              <a:ext uri="{FF2B5EF4-FFF2-40B4-BE49-F238E27FC236}">
                <a16:creationId xmlns:a16="http://schemas.microsoft.com/office/drawing/2014/main" id="{587FAA09-C622-A3E4-699B-6047C1732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6" y="0"/>
            <a:ext cx="12156787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9C8D252-F4DA-11BA-CEE5-7E46D87C3530}"/>
              </a:ext>
            </a:extLst>
          </p:cNvPr>
          <p:cNvSpPr/>
          <p:nvPr/>
        </p:nvSpPr>
        <p:spPr>
          <a:xfrm>
            <a:off x="4811069" y="3793778"/>
            <a:ext cx="2562854" cy="2815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81DC62-1DA1-FBFA-55A6-089822A7B8AC}"/>
              </a:ext>
            </a:extLst>
          </p:cNvPr>
          <p:cNvSpPr/>
          <p:nvPr/>
        </p:nvSpPr>
        <p:spPr>
          <a:xfrm>
            <a:off x="4811069" y="4281738"/>
            <a:ext cx="2562854" cy="2815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A4BCC4-4820-77D5-0E9E-7E0F7A342D49}"/>
              </a:ext>
            </a:extLst>
          </p:cNvPr>
          <p:cNvSpPr/>
          <p:nvPr/>
        </p:nvSpPr>
        <p:spPr>
          <a:xfrm>
            <a:off x="6800658" y="5081909"/>
            <a:ext cx="573265" cy="2815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1177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軟體, 作業系統 的圖片&#10;&#10;AI 產生的內容可能不正確。">
            <a:extLst>
              <a:ext uri="{FF2B5EF4-FFF2-40B4-BE49-F238E27FC236}">
                <a16:creationId xmlns:a16="http://schemas.microsoft.com/office/drawing/2014/main" id="{9984F8C2-728E-8211-D1DC-6BB8383BF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0"/>
            <a:ext cx="1217295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D3C790E-9FBA-2035-2C56-5ED4AA681DF3}"/>
              </a:ext>
            </a:extLst>
          </p:cNvPr>
          <p:cNvSpPr/>
          <p:nvPr/>
        </p:nvSpPr>
        <p:spPr>
          <a:xfrm>
            <a:off x="4727179" y="3860889"/>
            <a:ext cx="2277628" cy="2815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DF31149-6A62-E9AC-BF79-2CEC15807593}"/>
              </a:ext>
            </a:extLst>
          </p:cNvPr>
          <p:cNvSpPr/>
          <p:nvPr/>
        </p:nvSpPr>
        <p:spPr>
          <a:xfrm>
            <a:off x="6699990" y="4281737"/>
            <a:ext cx="657155" cy="2815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531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軟體, 作業系統 的圖片&#10;&#10;AI 產生的內容可能不正確。">
            <a:extLst>
              <a:ext uri="{FF2B5EF4-FFF2-40B4-BE49-F238E27FC236}">
                <a16:creationId xmlns:a16="http://schemas.microsoft.com/office/drawing/2014/main" id="{C48B2EE5-7DD3-A8AA-62F7-9DF3AD121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20" y="0"/>
            <a:ext cx="12094559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CC12780-5507-58D2-4882-43DB8117E457}"/>
              </a:ext>
            </a:extLst>
          </p:cNvPr>
          <p:cNvSpPr/>
          <p:nvPr/>
        </p:nvSpPr>
        <p:spPr>
          <a:xfrm>
            <a:off x="4844625" y="3953168"/>
            <a:ext cx="2529298" cy="2815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1E1FDD-202F-F109-A814-D6BFA44A0CF0}"/>
              </a:ext>
            </a:extLst>
          </p:cNvPr>
          <p:cNvSpPr/>
          <p:nvPr/>
        </p:nvSpPr>
        <p:spPr>
          <a:xfrm>
            <a:off x="4844625" y="4491462"/>
            <a:ext cx="2529298" cy="2815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360846-13F9-F366-2CE0-119ACC0338A9}"/>
              </a:ext>
            </a:extLst>
          </p:cNvPr>
          <p:cNvSpPr/>
          <p:nvPr/>
        </p:nvSpPr>
        <p:spPr>
          <a:xfrm>
            <a:off x="6867770" y="4888957"/>
            <a:ext cx="506153" cy="2815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5757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0C6B9-FD15-48FD-A13C-84E651D67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202B79-6475-339C-2DBD-B118EE198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TW" altLang="en-US" sz="8000" dirty="0">
                <a:latin typeface="標楷體" panose="03000509000000000000" pitchFamily="65" charset="-120"/>
                <a:ea typeface="標楷體" panose="03000509000000000000" pitchFamily="65" charset="-120"/>
              </a:rPr>
              <a:t>使用步驟</a:t>
            </a:r>
          </a:p>
        </p:txBody>
      </p:sp>
    </p:spTree>
    <p:extLst>
      <p:ext uri="{BB962C8B-B14F-4D97-AF65-F5344CB8AC3E}">
        <p14:creationId xmlns:p14="http://schemas.microsoft.com/office/powerpoint/2010/main" val="4123310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F37607A-1EA7-57C9-0209-4FD0CBE26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206" y="1399892"/>
            <a:ext cx="6363588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480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D4A4B24-0314-4132-8AA7-2D6D4A0AC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9324"/>
            <a:ext cx="12192000" cy="6319352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id="{1498A846-18F9-818A-7554-E955305E22DD}"/>
              </a:ext>
            </a:extLst>
          </p:cNvPr>
          <p:cNvSpPr txBox="1">
            <a:spLocks/>
          </p:cNvSpPr>
          <p:nvPr/>
        </p:nvSpPr>
        <p:spPr>
          <a:xfrm>
            <a:off x="5122527" y="3050395"/>
            <a:ext cx="1946945" cy="75720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主頁面</a:t>
            </a:r>
          </a:p>
        </p:txBody>
      </p:sp>
    </p:spTree>
    <p:extLst>
      <p:ext uri="{BB962C8B-B14F-4D97-AF65-F5344CB8AC3E}">
        <p14:creationId xmlns:p14="http://schemas.microsoft.com/office/powerpoint/2010/main" val="373118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AF27EDE-F76F-B5EB-8794-5F0D6DCC1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7815"/>
            <a:ext cx="12192000" cy="604236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AA0E7F7-A1C9-626A-48E9-9381FE8F16D2}"/>
              </a:ext>
            </a:extLst>
          </p:cNvPr>
          <p:cNvSpPr/>
          <p:nvPr/>
        </p:nvSpPr>
        <p:spPr>
          <a:xfrm>
            <a:off x="1275127" y="1635853"/>
            <a:ext cx="1988190" cy="2936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18365C-887B-0ED6-902C-E3CAD40AA487}"/>
              </a:ext>
            </a:extLst>
          </p:cNvPr>
          <p:cNvSpPr/>
          <p:nvPr/>
        </p:nvSpPr>
        <p:spPr>
          <a:xfrm>
            <a:off x="6620313" y="2190924"/>
            <a:ext cx="1988190" cy="2936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22B8E86-F2C3-593D-804F-CB8565D02650}"/>
              </a:ext>
            </a:extLst>
          </p:cNvPr>
          <p:cNvSpPr txBox="1">
            <a:spLocks/>
          </p:cNvSpPr>
          <p:nvPr/>
        </p:nvSpPr>
        <p:spPr>
          <a:xfrm>
            <a:off x="6531178" y="3051817"/>
            <a:ext cx="4491956" cy="58900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6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Plugin</a:t>
            </a:r>
            <a:r>
              <a:rPr lang="zh-TW" altLang="en-US" sz="16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即本軟體的弱點資料庫，弱點掃描會依此作為基準去做判斷，故須確保</a:t>
            </a:r>
            <a:r>
              <a:rPr lang="en-US" altLang="zh-TW" sz="16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Plugin</a:t>
            </a:r>
            <a:r>
              <a:rPr lang="zh-TW" altLang="en-US" sz="16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版本為最新。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6FC634-0E8A-A796-53B5-CF21A4776A0E}"/>
              </a:ext>
            </a:extLst>
          </p:cNvPr>
          <p:cNvSpPr/>
          <p:nvPr/>
        </p:nvSpPr>
        <p:spPr>
          <a:xfrm>
            <a:off x="1805032" y="407816"/>
            <a:ext cx="518718" cy="2297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8936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BDAB439-AAEE-C3B2-BECE-3AE9D4AE1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1139"/>
            <a:ext cx="12192000" cy="6295722"/>
          </a:xfrm>
          <a:prstGeom prst="rect">
            <a:avLst/>
          </a:prstGeom>
        </p:spPr>
      </p:pic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A5D0F63B-6D1F-A13C-2E13-B00D938D4519}"/>
              </a:ext>
            </a:extLst>
          </p:cNvPr>
          <p:cNvSpPr txBox="1">
            <a:spLocks/>
          </p:cNvSpPr>
          <p:nvPr/>
        </p:nvSpPr>
        <p:spPr>
          <a:xfrm>
            <a:off x="1970714" y="1070616"/>
            <a:ext cx="7928295" cy="46456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主頁面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-&gt; Create a new scan -&gt; Advanced Scan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9B3947-3CC0-697D-A45D-C9626A78ABD8}"/>
              </a:ext>
            </a:extLst>
          </p:cNvPr>
          <p:cNvSpPr/>
          <p:nvPr/>
        </p:nvSpPr>
        <p:spPr>
          <a:xfrm>
            <a:off x="3884103" y="2793534"/>
            <a:ext cx="1157680" cy="8053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D1FF4068-206C-DB71-3EB9-BD912E86A8BD}"/>
              </a:ext>
            </a:extLst>
          </p:cNvPr>
          <p:cNvSpPr txBox="1">
            <a:spLocks/>
          </p:cNvSpPr>
          <p:nvPr/>
        </p:nvSpPr>
        <p:spPr>
          <a:xfrm>
            <a:off x="4056426" y="2464587"/>
            <a:ext cx="813033" cy="32894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6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最常用</a:t>
            </a:r>
          </a:p>
        </p:txBody>
      </p:sp>
    </p:spTree>
    <p:extLst>
      <p:ext uri="{BB962C8B-B14F-4D97-AF65-F5344CB8AC3E}">
        <p14:creationId xmlns:p14="http://schemas.microsoft.com/office/powerpoint/2010/main" val="3806368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CA5482B5-3657-FECC-8314-B38A74997A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696"/>
            <a:ext cx="12192000" cy="653460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E9D4A09-536F-CD34-BC35-51C2D2B2E0BB}"/>
              </a:ext>
            </a:extLst>
          </p:cNvPr>
          <p:cNvSpPr/>
          <p:nvPr/>
        </p:nvSpPr>
        <p:spPr>
          <a:xfrm>
            <a:off x="4825068" y="1679196"/>
            <a:ext cx="1988190" cy="2936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2E8B69-2054-A916-C311-E50A6C7BB9B8}"/>
              </a:ext>
            </a:extLst>
          </p:cNvPr>
          <p:cNvSpPr/>
          <p:nvPr/>
        </p:nvSpPr>
        <p:spPr>
          <a:xfrm>
            <a:off x="4825068" y="2702653"/>
            <a:ext cx="1988190" cy="2936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559CAE-E805-592B-C665-8EEF7CC7EC91}"/>
              </a:ext>
            </a:extLst>
          </p:cNvPr>
          <p:cNvSpPr/>
          <p:nvPr/>
        </p:nvSpPr>
        <p:spPr>
          <a:xfrm>
            <a:off x="4825068" y="3135384"/>
            <a:ext cx="1988190" cy="2936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2698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D5FE751-07D9-7700-4BEB-3A44936FD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1203"/>
            <a:ext cx="12192000" cy="6015594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8D1301D-098B-D4F8-986B-F1EC5925EDBD}"/>
              </a:ext>
            </a:extLst>
          </p:cNvPr>
          <p:cNvSpPr/>
          <p:nvPr/>
        </p:nvSpPr>
        <p:spPr>
          <a:xfrm>
            <a:off x="2374084" y="2046915"/>
            <a:ext cx="3112315" cy="5620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4509AE7A-0AED-C25E-AB75-B2318918CB82}"/>
              </a:ext>
            </a:extLst>
          </p:cNvPr>
          <p:cNvSpPr txBox="1">
            <a:spLocks/>
          </p:cNvSpPr>
          <p:nvPr/>
        </p:nvSpPr>
        <p:spPr>
          <a:xfrm>
            <a:off x="5681094" y="2176945"/>
            <a:ext cx="2649174" cy="30200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6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改成</a:t>
            </a:r>
            <a:r>
              <a:rPr lang="en-US" altLang="zh-TW" sz="1600" dirty="0" err="1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xampp</a:t>
            </a:r>
            <a:r>
              <a:rPr lang="zh-TW" altLang="en-US" sz="16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使用端口</a:t>
            </a:r>
          </a:p>
        </p:txBody>
      </p:sp>
    </p:spTree>
    <p:extLst>
      <p:ext uri="{BB962C8B-B14F-4D97-AF65-F5344CB8AC3E}">
        <p14:creationId xmlns:p14="http://schemas.microsoft.com/office/powerpoint/2010/main" val="1803346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C67376E-5BF1-CC92-77C4-20E22120C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836" y="1004549"/>
            <a:ext cx="8440328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21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軟體, 電腦圖示, 網頁 的圖片&#10;&#10;AI 產生的內容可能不正確。">
            <a:extLst>
              <a:ext uri="{FF2B5EF4-FFF2-40B4-BE49-F238E27FC236}">
                <a16:creationId xmlns:a16="http://schemas.microsoft.com/office/drawing/2014/main" id="{4BF20CBD-FCE1-5F27-F024-E999403BE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480"/>
            <a:ext cx="12192000" cy="647104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652C4AD-A64F-21E5-DCBF-70FEC0A346F6}"/>
              </a:ext>
            </a:extLst>
          </p:cNvPr>
          <p:cNvSpPr/>
          <p:nvPr/>
        </p:nvSpPr>
        <p:spPr>
          <a:xfrm>
            <a:off x="4883791" y="2400649"/>
            <a:ext cx="2339129" cy="5019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34437D-B5F1-E6B2-A80E-E652C1F4BAF4}"/>
              </a:ext>
            </a:extLst>
          </p:cNvPr>
          <p:cNvSpPr/>
          <p:nvPr/>
        </p:nvSpPr>
        <p:spPr>
          <a:xfrm>
            <a:off x="1805033" y="2253841"/>
            <a:ext cx="1022057" cy="2209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57384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88F381BD-BA62-CC9E-9DB5-4565DA8E7F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5023"/>
            <a:ext cx="12192000" cy="648795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5EF1743-9F7D-AA69-12AA-A7BF9A6AC0EC}"/>
              </a:ext>
            </a:extLst>
          </p:cNvPr>
          <p:cNvSpPr/>
          <p:nvPr/>
        </p:nvSpPr>
        <p:spPr>
          <a:xfrm>
            <a:off x="3214384" y="1834392"/>
            <a:ext cx="2204904" cy="2936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28F8D23-DB31-ED37-D9BD-70CB70982F0A}"/>
              </a:ext>
            </a:extLst>
          </p:cNvPr>
          <p:cNvSpPr txBox="1">
            <a:spLocks/>
          </p:cNvSpPr>
          <p:nvPr/>
        </p:nvSpPr>
        <p:spPr>
          <a:xfrm>
            <a:off x="5419288" y="1834392"/>
            <a:ext cx="414906" cy="30200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6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ON</a:t>
            </a:r>
            <a:endParaRPr lang="zh-TW" altLang="en-US" sz="16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B6A051-11C5-63D6-B784-E40DC48D614C}"/>
              </a:ext>
            </a:extLst>
          </p:cNvPr>
          <p:cNvSpPr/>
          <p:nvPr/>
        </p:nvSpPr>
        <p:spPr>
          <a:xfrm>
            <a:off x="1663819" y="4516074"/>
            <a:ext cx="802544" cy="2936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24621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4A75E-DBB5-A200-D110-81E0EB333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BC3BA5-78B9-6808-E9B1-4A74F7ECE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TW" altLang="en-US" sz="8000" dirty="0">
                <a:latin typeface="標楷體" panose="03000509000000000000" pitchFamily="65" charset="-120"/>
                <a:ea typeface="標楷體" panose="03000509000000000000" pitchFamily="65" charset="-120"/>
              </a:rPr>
              <a:t>輸出報告</a:t>
            </a:r>
          </a:p>
        </p:txBody>
      </p:sp>
    </p:spTree>
    <p:extLst>
      <p:ext uri="{BB962C8B-B14F-4D97-AF65-F5344CB8AC3E}">
        <p14:creationId xmlns:p14="http://schemas.microsoft.com/office/powerpoint/2010/main" val="31946245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9BADB06-255E-B85F-6308-6A8DA2885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446" y="262790"/>
            <a:ext cx="12192000" cy="633241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4B012E8-D1F5-898A-27B7-4AB5BCDC18F5}"/>
              </a:ext>
            </a:extLst>
          </p:cNvPr>
          <p:cNvSpPr/>
          <p:nvPr/>
        </p:nvSpPr>
        <p:spPr>
          <a:xfrm>
            <a:off x="1368806" y="1431721"/>
            <a:ext cx="963333" cy="229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30068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E5335DE-F796-B974-52ED-6ABCB366B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821"/>
            <a:ext cx="12192000" cy="6334358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ED28210-D31B-FB0C-ACAA-6873557087C9}"/>
              </a:ext>
            </a:extLst>
          </p:cNvPr>
          <p:cNvSpPr/>
          <p:nvPr/>
        </p:nvSpPr>
        <p:spPr>
          <a:xfrm>
            <a:off x="11073469" y="576044"/>
            <a:ext cx="427838" cy="229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F56B279-1AE7-B95B-AA33-4780496DB8A3}"/>
              </a:ext>
            </a:extLst>
          </p:cNvPr>
          <p:cNvSpPr/>
          <p:nvPr/>
        </p:nvSpPr>
        <p:spPr>
          <a:xfrm>
            <a:off x="11582401" y="576044"/>
            <a:ext cx="427838" cy="229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形 6" descr="徽章 1 外框">
            <a:extLst>
              <a:ext uri="{FF2B5EF4-FFF2-40B4-BE49-F238E27FC236}">
                <a16:creationId xmlns:a16="http://schemas.microsoft.com/office/drawing/2014/main" id="{BCD655A4-4731-695A-E904-154177BFCF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5414" y="926620"/>
            <a:ext cx="385893" cy="385893"/>
          </a:xfrm>
          <a:prstGeom prst="rect">
            <a:avLst/>
          </a:prstGeom>
        </p:spPr>
      </p:pic>
      <p:pic>
        <p:nvPicPr>
          <p:cNvPr id="9" name="圖形 8" descr="識別證 外框">
            <a:extLst>
              <a:ext uri="{FF2B5EF4-FFF2-40B4-BE49-F238E27FC236}">
                <a16:creationId xmlns:a16="http://schemas.microsoft.com/office/drawing/2014/main" id="{B0D4A587-1EE2-49CC-AD72-B3C73AE730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03373" y="926620"/>
            <a:ext cx="385893" cy="38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4003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05261E2-FCF1-A3DC-18A1-C76341023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" y="0"/>
            <a:ext cx="12176694" cy="6858000"/>
          </a:xfrm>
          <a:prstGeom prst="rect">
            <a:avLst/>
          </a:prstGeom>
        </p:spPr>
      </p:pic>
      <p:pic>
        <p:nvPicPr>
          <p:cNvPr id="4" name="圖形 3" descr="徽章 1 外框">
            <a:extLst>
              <a:ext uri="{FF2B5EF4-FFF2-40B4-BE49-F238E27FC236}">
                <a16:creationId xmlns:a16="http://schemas.microsoft.com/office/drawing/2014/main" id="{E47D016A-95B7-FBBA-C0A7-EEBC66AED0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71150" y="1642613"/>
            <a:ext cx="385893" cy="38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5234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C86DE52-934E-BC27-950A-8DD01691B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3634"/>
            <a:ext cx="12192000" cy="6310732"/>
          </a:xfrm>
          <a:prstGeom prst="rect">
            <a:avLst/>
          </a:prstGeom>
        </p:spPr>
      </p:pic>
      <p:pic>
        <p:nvPicPr>
          <p:cNvPr id="5" name="圖形 4" descr="識別證 外框">
            <a:extLst>
              <a:ext uri="{FF2B5EF4-FFF2-40B4-BE49-F238E27FC236}">
                <a16:creationId xmlns:a16="http://schemas.microsoft.com/office/drawing/2014/main" id="{31DFA5A6-8544-C64D-CBDC-860B790DB7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74867" y="809174"/>
            <a:ext cx="385893" cy="38589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9EC8843-F58A-8E40-6714-4EE20CA26249}"/>
              </a:ext>
            </a:extLst>
          </p:cNvPr>
          <p:cNvSpPr/>
          <p:nvPr/>
        </p:nvSpPr>
        <p:spPr>
          <a:xfrm>
            <a:off x="11512492" y="776651"/>
            <a:ext cx="559266" cy="4184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108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226</Words>
  <Application>Microsoft Office PowerPoint</Application>
  <PresentationFormat>寬螢幕</PresentationFormat>
  <Paragraphs>24</Paragraphs>
  <Slides>28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3" baseType="lpstr">
      <vt:lpstr>標楷體</vt:lpstr>
      <vt:lpstr>Aptos</vt:lpstr>
      <vt:lpstr>Aptos Display</vt:lpstr>
      <vt:lpstr>Arial</vt:lpstr>
      <vt:lpstr>Office 佈景主題</vt:lpstr>
      <vt:lpstr>Nessus安裝及使用教學</vt:lpstr>
      <vt:lpstr>Nessus介紹</vt:lpstr>
      <vt:lpstr>安裝步驟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使用步驟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輸出報告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雅婷 莊</dc:creator>
  <cp:lastModifiedBy>雅婷 莊</cp:lastModifiedBy>
  <cp:revision>14</cp:revision>
  <dcterms:created xsi:type="dcterms:W3CDTF">2025-09-10T02:37:18Z</dcterms:created>
  <dcterms:modified xsi:type="dcterms:W3CDTF">2025-09-13T03:41:25Z</dcterms:modified>
</cp:coreProperties>
</file>