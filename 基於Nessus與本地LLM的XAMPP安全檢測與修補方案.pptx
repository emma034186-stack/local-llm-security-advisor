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0" r:id="rId3"/>
    <p:sldId id="264" r:id="rId4"/>
    <p:sldId id="261" r:id="rId5"/>
    <p:sldId id="262" r:id="rId6"/>
    <p:sldId id="263" r:id="rId7"/>
    <p:sldId id="257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916" autoAdjust="0"/>
  </p:normalViewPr>
  <p:slideViewPr>
    <p:cSldViewPr snapToGrid="0">
      <p:cViewPr varScale="1">
        <p:scale>
          <a:sx n="102" d="100"/>
          <a:sy n="102" d="100"/>
        </p:scale>
        <p:origin x="1242" y="72"/>
      </p:cViewPr>
      <p:guideLst/>
    </p:cSldViewPr>
  </p:slideViewPr>
  <p:notesTextViewPr>
    <p:cViewPr>
      <p:scale>
        <a:sx n="1" d="1"/>
        <a:sy n="1" d="1"/>
      </p:scale>
      <p:origin x="0" y="-276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09996-DDCC-4088-9314-668ADCB825F4}" type="datetimeFigureOut">
              <a:rPr lang="zh-TW" altLang="en-US" smtClean="0"/>
              <a:t>2025/9/15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62722-8451-4A8A-8115-83291222A7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612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Nessus </a:t>
            </a:r>
            <a:r>
              <a:rPr lang="zh-TW" altLang="en-US" dirty="0"/>
              <a:t>確實可以對「系統」進行安全掃描，但它的</a:t>
            </a:r>
            <a:r>
              <a:rPr lang="zh-TW" altLang="en-US" b="1" dirty="0"/>
              <a:t>工作方式是以網路為入口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2722-8451-4A8A-8115-83291222A7D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4797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69DDD-1F5F-D7D9-6192-92D43384A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A32FF7E-8301-A7FE-1C3E-C81E2707F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D7446D8-2C49-E606-1EE9-48462DDEC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圓柱 </a:t>
            </a:r>
            <a:r>
              <a:rPr lang="en-US" altLang="zh-TW" dirty="0"/>
              <a:t>(Database)</a:t>
            </a:r>
            <a:r>
              <a:rPr lang="zh-TW" altLang="en-US" dirty="0"/>
              <a:t>持久化資料庫或集中式儲存服務（可查詢、結構化）</a:t>
            </a:r>
            <a:endParaRPr lang="en-US" altLang="zh-TW" dirty="0"/>
          </a:p>
          <a:p>
            <a:r>
              <a:rPr lang="zh-TW" altLang="en-US" dirty="0"/>
              <a:t>折角矩形 </a:t>
            </a:r>
            <a:r>
              <a:rPr lang="en-US" altLang="zh-TW" dirty="0"/>
              <a:t>(File)Web </a:t>
            </a:r>
            <a:r>
              <a:rPr lang="zh-TW" altLang="en-US" dirty="0"/>
              <a:t>伺服器產生的日誌檔案，屬於檔案系統</a:t>
            </a:r>
            <a:endParaRPr lang="en-US" altLang="zh-TW" dirty="0"/>
          </a:p>
          <a:p>
            <a:r>
              <a:rPr lang="zh-TW" altLang="en-US" dirty="0"/>
              <a:t>這個圖形在 </a:t>
            </a:r>
            <a:r>
              <a:rPr lang="en-US" altLang="zh-TW" dirty="0"/>
              <a:t>UML </a:t>
            </a:r>
            <a:r>
              <a:rPr lang="zh-TW" altLang="en-US" dirty="0"/>
              <a:t>中屬於 </a:t>
            </a:r>
            <a:r>
              <a:rPr lang="en-US" altLang="zh-TW" b="1" dirty="0"/>
              <a:t>Artifact</a:t>
            </a:r>
            <a:r>
              <a:rPr lang="zh-TW" altLang="en-US" b="1" dirty="0"/>
              <a:t>（工件）</a:t>
            </a:r>
            <a:r>
              <a:rPr lang="zh-TW" altLang="en-US" dirty="0"/>
              <a:t> 的立體樣式：</a:t>
            </a:r>
          </a:p>
          <a:p>
            <a:r>
              <a:rPr lang="zh-TW" altLang="en-US" b="1" dirty="0"/>
              <a:t>外觀特徵</a:t>
            </a:r>
            <a:r>
              <a:rPr lang="zh-TW" altLang="en-US" dirty="0"/>
              <a:t>：矩形右上角有一個「折頁」或略帶立體感的斜邊。</a:t>
            </a:r>
          </a:p>
          <a:p>
            <a:r>
              <a:rPr lang="zh-TW" altLang="en-US" b="1" dirty="0"/>
              <a:t>語意</a:t>
            </a:r>
            <a:r>
              <a:rPr lang="zh-TW" altLang="en-US" dirty="0"/>
              <a:t>：代表</a:t>
            </a:r>
            <a:r>
              <a:rPr lang="zh-TW" altLang="en-US" b="1" dirty="0"/>
              <a:t>實體檔案或可部署的檔案單位</a:t>
            </a:r>
            <a:r>
              <a:rPr lang="zh-TW" altLang="en-US" dirty="0"/>
              <a:t>，例如：</a:t>
            </a:r>
          </a:p>
          <a:p>
            <a:pPr lvl="1"/>
            <a:r>
              <a:rPr lang="zh-TW" altLang="en-US" dirty="0"/>
              <a:t>文件（</a:t>
            </a:r>
            <a:r>
              <a:rPr lang="en-US" altLang="zh-TW" dirty="0"/>
              <a:t>PDF</a:t>
            </a:r>
            <a:r>
              <a:rPr lang="zh-TW" altLang="en-US" dirty="0"/>
              <a:t>、</a:t>
            </a:r>
            <a:r>
              <a:rPr lang="en-US" altLang="zh-TW" dirty="0"/>
              <a:t>Markdown</a:t>
            </a:r>
            <a:r>
              <a:rPr lang="zh-TW" altLang="en-US" dirty="0"/>
              <a:t>、報告）</a:t>
            </a:r>
          </a:p>
          <a:p>
            <a:pPr lvl="1"/>
            <a:r>
              <a:rPr lang="zh-TW" altLang="en-US" dirty="0"/>
              <a:t>設定檔（</a:t>
            </a:r>
            <a:r>
              <a:rPr lang="en-US" altLang="zh-TW" dirty="0"/>
              <a:t>YAML</a:t>
            </a:r>
            <a:r>
              <a:rPr lang="zh-TW" altLang="en-US" dirty="0"/>
              <a:t>、</a:t>
            </a:r>
            <a:r>
              <a:rPr lang="en-US" altLang="zh-TW" dirty="0"/>
              <a:t>JSON</a:t>
            </a:r>
            <a:r>
              <a:rPr lang="zh-TW" altLang="en-US" dirty="0"/>
              <a:t>）</a:t>
            </a:r>
          </a:p>
          <a:p>
            <a:pPr lvl="1"/>
            <a:r>
              <a:rPr lang="zh-TW" altLang="en-US" dirty="0"/>
              <a:t>編譯後的可執行檔、容器映像檔</a:t>
            </a:r>
          </a:p>
          <a:p>
            <a:endParaRPr lang="en-US" altLang="zh-TW" dirty="0"/>
          </a:p>
          <a:p>
            <a:r>
              <a:rPr lang="zh-TW" altLang="en-US" dirty="0"/>
              <a:t>裡面的 </a:t>
            </a:r>
            <a:r>
              <a:rPr lang="en-US" altLang="zh-TW" dirty="0"/>
              <a:t>Apache / PHP / MySQL </a:t>
            </a:r>
            <a:r>
              <a:rPr lang="zh-TW" altLang="en-US" dirty="0"/>
              <a:t>服務正常情況下只是在監聽連線。</a:t>
            </a:r>
          </a:p>
          <a:p>
            <a:r>
              <a:rPr lang="zh-TW" altLang="en-US" dirty="0"/>
              <a:t>只有當 </a:t>
            </a:r>
            <a:r>
              <a:rPr lang="en-US" altLang="zh-TW" dirty="0"/>
              <a:t>Nessus Scanner </a:t>
            </a:r>
            <a:r>
              <a:rPr lang="zh-TW" altLang="en-US" dirty="0"/>
              <a:t>或使用者瀏覽器發出請求時，它才會回應並產生日誌。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開啟 </a:t>
            </a:r>
            <a:r>
              <a:rPr lang="en-US" altLang="zh-TW" dirty="0"/>
              <a:t>Scan web applications </a:t>
            </a:r>
            <a:r>
              <a:rPr lang="zh-TW" altLang="en-US" dirty="0"/>
              <a:t>之後的作用當這個開關切到 </a:t>
            </a:r>
            <a:r>
              <a:rPr lang="en-US" altLang="zh-TW" dirty="0"/>
              <a:t>ON</a:t>
            </a:r>
            <a:r>
              <a:rPr lang="zh-TW" altLang="en-US" dirty="0"/>
              <a:t>：</a:t>
            </a:r>
            <a:r>
              <a:rPr lang="en-US" altLang="zh-TW" dirty="0"/>
              <a:t>Nessus </a:t>
            </a:r>
            <a:r>
              <a:rPr lang="zh-TW" altLang="en-US" dirty="0"/>
              <a:t>會啟動網頁應用程式掃描 </a:t>
            </a:r>
            <a:r>
              <a:rPr lang="en-US" altLang="zh-TW" dirty="0"/>
              <a:t>(Web Application Scanning) </a:t>
            </a:r>
            <a:r>
              <a:rPr lang="zh-TW" altLang="en-US" dirty="0"/>
              <a:t>功能，而不只是做作業系統或網路服務的弱點檢測。掃描器會模擬一般瀏覽器與網站互動，嘗試偵測：</a:t>
            </a:r>
            <a:r>
              <a:rPr lang="en-US" altLang="zh-TW" dirty="0"/>
              <a:t>SQL Injection (SQLi)Cross-Site Scripting (XSS)</a:t>
            </a:r>
            <a:r>
              <a:rPr lang="zh-TW" altLang="en-US" dirty="0"/>
              <a:t>其他常見的 </a:t>
            </a:r>
            <a:r>
              <a:rPr lang="en-US" altLang="zh-TW" dirty="0"/>
              <a:t>Web </a:t>
            </a:r>
            <a:r>
              <a:rPr lang="zh-TW" altLang="en-US" dirty="0"/>
              <a:t>漏洞（如檔案包含、目錄遍歷、命令注入等）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b="1" dirty="0"/>
              <a:t>Advanced Scan</a:t>
            </a:r>
            <a:r>
              <a:rPr lang="zh-TW" altLang="en-US" b="1" dirty="0"/>
              <a:t>掃描範圍最全面</a:t>
            </a:r>
          </a:p>
          <a:p>
            <a:r>
              <a:rPr lang="en-US" altLang="zh-TW" b="1" dirty="0"/>
              <a:t>:</a:t>
            </a:r>
            <a:r>
              <a:rPr lang="zh-TW" altLang="en-US" b="1" dirty="0"/>
              <a:t>全方位插件 </a:t>
            </a:r>
            <a:r>
              <a:rPr lang="en-US" altLang="zh-TW" b="1" dirty="0"/>
              <a:t>(Plugins)</a:t>
            </a:r>
            <a:endParaRPr lang="zh-TW" altLang="en-US" dirty="0"/>
          </a:p>
          <a:p>
            <a:pPr lvl="1"/>
            <a:r>
              <a:rPr lang="zh-TW" altLang="en-US" dirty="0"/>
              <a:t>可啟用完整的 </a:t>
            </a:r>
            <a:r>
              <a:rPr lang="en-US" altLang="zh-TW" dirty="0"/>
              <a:t>Nessus </a:t>
            </a:r>
            <a:r>
              <a:rPr lang="zh-TW" altLang="en-US" dirty="0"/>
              <a:t>漏洞插件庫（數萬個檢測規則），涵蓋作業系統、網路服務、</a:t>
            </a:r>
            <a:r>
              <a:rPr lang="en-US" altLang="zh-TW" dirty="0"/>
              <a:t>Web </a:t>
            </a:r>
            <a:r>
              <a:rPr lang="zh-TW" altLang="en-US" dirty="0"/>
              <a:t>應用、資料庫、中介軟體、雲端元件等。</a:t>
            </a:r>
            <a:endParaRPr lang="en-US" altLang="zh-TW" dirty="0"/>
          </a:p>
          <a:p>
            <a:pPr lvl="1"/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/>
              <a:t>OPTIONS</a:t>
            </a:r>
            <a:r>
              <a:rPr lang="zh-TW" altLang="en-US" dirty="0"/>
              <a:t>詢問伺服器支援哪些 </a:t>
            </a:r>
            <a:r>
              <a:rPr lang="en-US" altLang="zh-TW" dirty="0"/>
              <a:t>HTTP </a:t>
            </a:r>
            <a:r>
              <a:rPr lang="zh-TW" altLang="en-US" dirty="0"/>
              <a:t>方法，也屬於「資訊收集」。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/>
              <a:t>HEAD</a:t>
            </a:r>
            <a:r>
              <a:rPr lang="zh-TW" altLang="en-US" dirty="0"/>
              <a:t>只要 </a:t>
            </a:r>
            <a:r>
              <a:rPr lang="en-US" altLang="zh-TW" dirty="0"/>
              <a:t>HTTP </a:t>
            </a:r>
            <a:r>
              <a:rPr lang="zh-TW" altLang="en-US" dirty="0"/>
              <a:t>標頭，不取回整個頁面，用來快速蒐集伺服器資訊（版本、</a:t>
            </a:r>
            <a:r>
              <a:rPr lang="en-US" altLang="zh-TW" dirty="0"/>
              <a:t>Content-Type…</a:t>
            </a:r>
            <a:r>
              <a:rPr lang="zh-TW" altLang="en-US" dirty="0"/>
              <a:t>）。</a:t>
            </a:r>
          </a:p>
          <a:p>
            <a:r>
              <a:rPr lang="en-US" altLang="zh-TW" b="1" dirty="0"/>
              <a:t>GET</a:t>
            </a:r>
            <a:r>
              <a:rPr lang="zh-TW" altLang="en-US" dirty="0"/>
              <a:t>下載頁面或檔案，取得回應內容與標頭。這是典型的「讀取」方式。</a:t>
            </a:r>
            <a:endParaRPr lang="en-US" altLang="zh-TW" dirty="0"/>
          </a:p>
          <a:p>
            <a:r>
              <a:rPr lang="en-US" altLang="zh-TW" b="1" dirty="0"/>
              <a:t>POST</a:t>
            </a:r>
            <a:r>
              <a:rPr lang="zh-TW" altLang="en-US" dirty="0"/>
              <a:t>測試表單、登入介面、</a:t>
            </a:r>
            <a:r>
              <a:rPr lang="en-US" altLang="zh-TW" dirty="0"/>
              <a:t>SQL Injection</a:t>
            </a:r>
            <a:r>
              <a:rPr lang="zh-TW" altLang="en-US" dirty="0"/>
              <a:t>、跨站請求偽造 </a:t>
            </a:r>
            <a:r>
              <a:rPr lang="en-US" altLang="zh-TW" dirty="0"/>
              <a:t>(CSRF) </a:t>
            </a:r>
            <a:r>
              <a:rPr lang="zh-TW" altLang="en-US" dirty="0"/>
              <a:t>等需提交資料的漏洞。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b="1" dirty="0"/>
              <a:t>Nessus REST API</a:t>
            </a:r>
            <a:r>
              <a:rPr lang="en-US" altLang="zh-TW" dirty="0"/>
              <a:t> </a:t>
            </a:r>
            <a:r>
              <a:rPr lang="zh-TW" altLang="en-US" dirty="0"/>
              <a:t>是 </a:t>
            </a:r>
            <a:r>
              <a:rPr lang="en-US" altLang="zh-TW" dirty="0"/>
              <a:t>Tenable Nessus </a:t>
            </a:r>
            <a:r>
              <a:rPr lang="zh-TW" altLang="en-US" dirty="0"/>
              <a:t>提供的一組 </a:t>
            </a:r>
            <a:r>
              <a:rPr lang="en-US" altLang="zh-TW" dirty="0"/>
              <a:t>HTTPS </a:t>
            </a:r>
            <a:r>
              <a:rPr lang="zh-TW" altLang="en-US" dirty="0"/>
              <a:t>端點，用來自動化操作你平常在 </a:t>
            </a:r>
            <a:r>
              <a:rPr lang="en-US" altLang="zh-TW" dirty="0"/>
              <a:t>Web </a:t>
            </a:r>
            <a:r>
              <a:rPr lang="zh-TW" altLang="en-US" dirty="0"/>
              <a:t>介面上手動完成的所有事：建立掃描、啟動</a:t>
            </a:r>
            <a:r>
              <a:rPr lang="en-US" altLang="zh-TW" dirty="0"/>
              <a:t>/</a:t>
            </a:r>
            <a:r>
              <a:rPr lang="zh-TW" altLang="en-US" dirty="0"/>
              <a:t>停止、查詢狀態、匯出報告等。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一旦發現「新增異常」，就呼叫 </a:t>
            </a:r>
            <a:r>
              <a:rPr lang="en-US" altLang="zh-TW" b="1" dirty="0"/>
              <a:t>Nessus REST API</a:t>
            </a:r>
            <a:r>
              <a:rPr lang="en-US" altLang="zh-TW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/scans/{id}/launch </a:t>
            </a:r>
            <a:r>
              <a:rPr lang="zh-TW" altLang="en-US" dirty="0"/>
              <a:t>端點去</a:t>
            </a:r>
            <a:r>
              <a:rPr lang="zh-TW" altLang="en-US" b="1" dirty="0"/>
              <a:t>自動觸發掃描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b="1" dirty="0"/>
              <a:t>Log/Health </a:t>
            </a:r>
            <a:r>
              <a:rPr lang="zh-TW" altLang="en-US" b="1" dirty="0"/>
              <a:t>事件 → </a:t>
            </a:r>
            <a:r>
              <a:rPr lang="en-US" altLang="zh-TW" b="1" dirty="0"/>
              <a:t>Python </a:t>
            </a:r>
            <a:r>
              <a:rPr lang="zh-TW" altLang="en-US" b="1" dirty="0"/>
              <a:t>偵測 → </a:t>
            </a:r>
            <a:r>
              <a:rPr lang="en-US" altLang="zh-TW" b="1" dirty="0"/>
              <a:t>HTTPS </a:t>
            </a:r>
            <a:r>
              <a:rPr lang="zh-TW" altLang="en-US" b="1" dirty="0"/>
              <a:t>請求 → </a:t>
            </a:r>
            <a:r>
              <a:rPr lang="en-US" altLang="zh-TW" b="1" dirty="0"/>
              <a:t>Nessus </a:t>
            </a:r>
            <a:r>
              <a:rPr lang="zh-TW" altLang="en-US" b="1" dirty="0"/>
              <a:t>啟動掃描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Nessus </a:t>
            </a:r>
            <a:r>
              <a:rPr lang="zh-TW" altLang="en-US" dirty="0"/>
              <a:t>不會等待「</a:t>
            </a:r>
            <a:r>
              <a:rPr lang="en-US" altLang="zh-TW" dirty="0"/>
              <a:t>Log </a:t>
            </a:r>
            <a:r>
              <a:rPr lang="zh-TW" altLang="en-US" dirty="0"/>
              <a:t>準備完成」的通知，而是 </a:t>
            </a:r>
            <a:r>
              <a:rPr lang="en-US" altLang="zh-TW" dirty="0"/>
              <a:t>Nessus </a:t>
            </a:r>
            <a:r>
              <a:rPr lang="zh-TW" altLang="en-US" b="1" dirty="0"/>
              <a:t>直接對 </a:t>
            </a:r>
            <a:r>
              <a:rPr lang="en-US" altLang="zh-TW" b="1" dirty="0"/>
              <a:t>XAMPP </a:t>
            </a:r>
            <a:r>
              <a:rPr lang="zh-TW" altLang="en-US" b="1" dirty="0"/>
              <a:t>發 </a:t>
            </a:r>
            <a:r>
              <a:rPr lang="en-US" altLang="zh-TW" b="1" dirty="0"/>
              <a:t>HTTP/HTTPS </a:t>
            </a:r>
            <a:r>
              <a:rPr lang="zh-TW" altLang="en-US" b="1" dirty="0"/>
              <a:t>請求</a:t>
            </a:r>
            <a:r>
              <a:rPr lang="zh-TW" altLang="en-US" dirty="0"/>
              <a:t>；</a:t>
            </a:r>
            <a:br>
              <a:rPr lang="zh-TW" altLang="en-US" dirty="0"/>
            </a:br>
            <a:r>
              <a:rPr lang="zh-TW" altLang="en-US" dirty="0"/>
              <a:t>日誌寫入屬於 </a:t>
            </a:r>
            <a:r>
              <a:rPr lang="en-US" altLang="zh-TW" dirty="0"/>
              <a:t>XAMPP </a:t>
            </a:r>
            <a:r>
              <a:rPr lang="zh-TW" altLang="en-US" dirty="0"/>
              <a:t>的即時行為，但讀到的就是最新資料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382EFF-D4BE-2DB1-39D5-2431B53E4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2722-8451-4A8A-8115-83291222A7D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3381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「開發方便」為優先的 </a:t>
            </a:r>
            <a:r>
              <a:rPr lang="en-US" altLang="zh-TW" dirty="0"/>
              <a:t>XAMPP</a:t>
            </a:r>
            <a:r>
              <a:rPr lang="zh-TW" altLang="en-US" dirty="0"/>
              <a:t>，預設不會幫你自動更新憑證，也沒有預設的強制更新設定。</a:t>
            </a:r>
            <a:endParaRPr lang="en-US" altLang="zh-TW" dirty="0"/>
          </a:p>
          <a:p>
            <a:r>
              <a:rPr lang="en-US" altLang="zh-TW" dirty="0" err="1"/>
              <a:t>xampp</a:t>
            </a:r>
            <a:r>
              <a:rPr lang="zh-TW" altLang="en-US" dirty="0"/>
              <a:t>是整體安裝包，其中套件更新一輪以後才會更新一次整體安裝包的樣子，因此弱掃會出現更新建議</a:t>
            </a:r>
            <a:endParaRPr lang="en-US" altLang="zh-TW" dirty="0"/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協定本身並不加密數據，因此傳輸的內容在網路上是明文的，容易受到攔截。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2722-8451-4A8A-8115-83291222A7D0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5225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補丁（</a:t>
            </a:r>
            <a:r>
              <a:rPr lang="en-US" altLang="zh-TW" dirty="0"/>
              <a:t>Patch</a:t>
            </a:r>
            <a:r>
              <a:rPr lang="zh-TW" altLang="en-US" dirty="0"/>
              <a:t>）</a:t>
            </a:r>
            <a:r>
              <a:rPr lang="zh-TW" altLang="en-US" b="1" dirty="0"/>
              <a:t>指的是</a:t>
            </a:r>
            <a:r>
              <a:rPr lang="zh-TW" altLang="en-US" dirty="0"/>
              <a:t>軟體廠商針對已知漏洞或缺陷，釋出的修正程式或更新</a:t>
            </a:r>
            <a:endParaRPr lang="en-US" altLang="zh-TW" dirty="0"/>
          </a:p>
          <a:p>
            <a:r>
              <a:rPr lang="en-US" altLang="zh-TW" sz="1200" dirty="0" err="1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WinRM</a:t>
            </a:r>
            <a:r>
              <a:rPr lang="en-US" altLang="zh-TW" sz="12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/>
              <a:t>透過 </a:t>
            </a:r>
            <a:r>
              <a:rPr lang="en-US" altLang="zh-TW" dirty="0"/>
              <a:t>PowerShell </a:t>
            </a:r>
            <a:r>
              <a:rPr lang="zh-TW" altLang="en-US" dirty="0"/>
              <a:t>，可獲得比</a:t>
            </a:r>
            <a:r>
              <a:rPr lang="en-US" altLang="zh-TW" sz="12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SMB</a:t>
            </a:r>
            <a:r>
              <a:rPr lang="zh-TW" altLang="en-US" dirty="0"/>
              <a:t>更豐富、即時的系統細節。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2722-8451-4A8A-8115-83291222A7D0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2865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5FD954-5D09-F3B8-C3EA-98B4AF7CE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54F4EF6-0156-844A-867B-A9A3D8C0A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30CBD1-775A-CCCD-08F8-69B97DF77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F35A-E98B-4523-BF2F-D4AA1483C661}" type="datetimeFigureOut">
              <a:rPr lang="zh-TW" altLang="en-US" smtClean="0"/>
              <a:t>2025/9/15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E5740A-BDA0-896D-641B-C1DBFFA95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F056CD-22E7-F631-FADA-7041FE82F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02B0C-4629-44EB-91C1-7BEEA8BD39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2501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E4412F-012C-03CC-A73E-DD582330B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FDCF16-0633-8ADE-D3CF-4710D705B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FD53738-F226-D24D-3D54-EF4F4778B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F35A-E98B-4523-BF2F-D4AA1483C661}" type="datetimeFigureOut">
              <a:rPr lang="zh-TW" altLang="en-US" smtClean="0"/>
              <a:t>2025/9/15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B6D034-B4D0-B49F-0008-18BE68E35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49F8E9-4B15-3898-4AB7-EAA3DDCD7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02B0C-4629-44EB-91C1-7BEEA8BD39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49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6540D5-3F73-2930-1E08-CF76CE421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23C0419-236F-7CFE-73D0-81906B773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AF7CF6-0F8B-EE4E-5C52-1046392E1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F35A-E98B-4523-BF2F-D4AA1483C661}" type="datetimeFigureOut">
              <a:rPr lang="zh-TW" altLang="en-US" smtClean="0"/>
              <a:t>2025/9/15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E1C13F-1486-C15B-1885-6D4E98C8E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21366C-EE83-9D48-7EDB-50369743E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02B0C-4629-44EB-91C1-7BEEA8BD39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8867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A86CC3-A9C2-975F-C5CF-551ACC5C8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5D2B20-00D1-B2CF-1DED-D0FDA0CA59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D96D194-7F74-1D01-31B0-D2C26FF35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8794E95-C731-E952-7F28-3AC9D16C2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F35A-E98B-4523-BF2F-D4AA1483C661}" type="datetimeFigureOut">
              <a:rPr lang="zh-TW" altLang="en-US" smtClean="0"/>
              <a:t>2025/9/15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D240A0C-74B7-6323-86FF-2CA40120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EADB139-41AD-18F3-8726-7A8A6455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02B0C-4629-44EB-91C1-7BEEA8BD39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8234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0FAE9D-015A-C7F2-3B86-9D2976F38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1ED4C5E-2BCC-27A0-D8C3-126D38F63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8DCD36-4590-5A1A-50E2-5F784B192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4C7DF65-9C01-5966-C368-138C519E0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E6DE087-CA70-5C5B-8DE2-360E179414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B358C4E-4A76-CAB6-234A-BA2E8DBF0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F35A-E98B-4523-BF2F-D4AA1483C661}" type="datetimeFigureOut">
              <a:rPr lang="zh-TW" altLang="en-US" smtClean="0"/>
              <a:t>2025/9/15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99D692D-D77C-9BFA-88B0-B3B756D55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3B1119E-B41F-A2AF-3744-4AD163A63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02B0C-4629-44EB-91C1-7BEEA8BD39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1098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DF1BF8-C8F3-F168-86D2-4BA00BE99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1B25DF1-55A9-B382-D54B-6CF58FFA1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F35A-E98B-4523-BF2F-D4AA1483C661}" type="datetimeFigureOut">
              <a:rPr lang="zh-TW" altLang="en-US" smtClean="0"/>
              <a:t>2025/9/15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B4FB030-9C89-B695-B857-F5154AFC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91D2BD0-9FA1-0E70-804F-3D4D73DD9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02B0C-4629-44EB-91C1-7BEEA8BD39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7175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F37D3CB-C3F1-2165-AADF-529686ABB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F35A-E98B-4523-BF2F-D4AA1483C661}" type="datetimeFigureOut">
              <a:rPr lang="zh-TW" altLang="en-US" smtClean="0"/>
              <a:t>2025/9/15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96C5F92-D5A1-E16C-6698-7CC0E1274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2B22AF-0270-A8BB-ECEA-0BC1AC714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02B0C-4629-44EB-91C1-7BEEA8BD39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2989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E448CF-1EFE-3C2F-7623-1180BB439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A69ECB-8C0D-7384-A999-8CA9CAB63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D24967D-4E89-185B-6CC0-2E60070E0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F623C07-498A-3F79-ABDD-6D88EEB0A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F35A-E98B-4523-BF2F-D4AA1483C661}" type="datetimeFigureOut">
              <a:rPr lang="zh-TW" altLang="en-US" smtClean="0"/>
              <a:t>2025/9/15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888726C-D2F4-7A73-89ED-FF65DF589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BC9F93-4759-D8C9-FBD5-7146FC19F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02B0C-4629-44EB-91C1-7BEEA8BD39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7358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CFD6B5-FF71-9679-CD80-B5DED3052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9548AEF-CEE1-BA32-AD77-649A3611DD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822A14C-8452-D8AC-4586-041B4D7E8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B1C7304-A4CA-524A-7F1E-240E95D61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F35A-E98B-4523-BF2F-D4AA1483C661}" type="datetimeFigureOut">
              <a:rPr lang="zh-TW" altLang="en-US" smtClean="0"/>
              <a:t>2025/9/15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1A6DAC-0E1A-7806-1EC7-10929E68E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9512B0-FF53-250A-5ABB-B536519B4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02B0C-4629-44EB-91C1-7BEEA8BD39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540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80F932-57B3-4CD4-8DEB-92C4F1A3F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BCEA259-6C32-AB16-03DA-65483C824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69A865-E2E2-F16F-BC8E-4DB678DD2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F35A-E98B-4523-BF2F-D4AA1483C661}" type="datetimeFigureOut">
              <a:rPr lang="zh-TW" altLang="en-US" smtClean="0"/>
              <a:t>2025/9/15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BA4E69-7464-57CF-F4D3-F2ED0ED36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3C0855-566B-DE9F-D10A-EF1EDDAEB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02B0C-4629-44EB-91C1-7BEEA8BD39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468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9B67503-7F35-6B85-AAC9-561B4E81F6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FCB253C-BD24-C214-00A0-CF5BEAA2D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9E04C9-BFAF-97C3-58AF-F3C324EBA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5F35A-E98B-4523-BF2F-D4AA1483C661}" type="datetimeFigureOut">
              <a:rPr lang="zh-TW" altLang="en-US" smtClean="0"/>
              <a:t>2025/9/15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50B7390-F850-9D61-F7DA-61BB6C998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53A85E-D073-865D-E77B-2407B840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02B0C-4629-44EB-91C1-7BEEA8BD39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7275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B325ABA-8FE8-B078-75A0-47A10571D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2053A9-88B3-1641-414B-C7E820F93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136339-621E-AF08-7900-6F73C29537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E5F35A-E98B-4523-BF2F-D4AA1483C661}" type="datetimeFigureOut">
              <a:rPr lang="zh-TW" altLang="en-US" smtClean="0"/>
              <a:t>2025/9/15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67A4420-EC26-4117-5A47-886CF3C11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A87769-0758-7072-1481-FCF24161B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C02B0C-4629-44EB-91C1-7BEEA8BD39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6313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.visual-paradigm.com/w/hfwzidso/diagrams/#diagram:proj=0&amp;type=DeploymentDiagram&amp;width=11&amp;height=8.5&amp;unit=inch" TargetMode="External"/><Relationship Id="rId2" Type="http://schemas.openxmlformats.org/officeDocument/2006/relationships/hyperlink" Target="https://www.plantuml.com/plantuml/uml/SyfFKj2rKt3CoKnELR1Io4ZDoSa700003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6D6CB4-F35F-A400-4BE5-4BEBBA733A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" y="2575055"/>
            <a:ext cx="12191999" cy="724430"/>
          </a:xfrm>
        </p:spPr>
        <p:txBody>
          <a:bodyPr>
            <a:normAutofit/>
          </a:bodyPr>
          <a:lstStyle/>
          <a:p>
            <a:r>
              <a:rPr lang="zh-TW" altLang="en-US" sz="4300" dirty="0">
                <a:latin typeface="標楷體" panose="03000509000000000000" pitchFamily="65" charset="-120"/>
                <a:ea typeface="標楷體" panose="03000509000000000000" pitchFamily="65" charset="-120"/>
              </a:rPr>
              <a:t>基於</a:t>
            </a:r>
            <a:r>
              <a:rPr lang="en-US" altLang="zh-TW" sz="4300" dirty="0">
                <a:latin typeface="標楷體" panose="03000509000000000000" pitchFamily="65" charset="-120"/>
                <a:ea typeface="標楷體" panose="03000509000000000000" pitchFamily="65" charset="-120"/>
              </a:rPr>
              <a:t>Nessus</a:t>
            </a:r>
            <a:r>
              <a:rPr lang="zh-TW" altLang="en-US" sz="4300" dirty="0">
                <a:latin typeface="標楷體" panose="03000509000000000000" pitchFamily="65" charset="-120"/>
                <a:ea typeface="標楷體" panose="03000509000000000000" pitchFamily="65" charset="-120"/>
              </a:rPr>
              <a:t>與</a:t>
            </a:r>
            <a:r>
              <a:rPr lang="zh-TW" altLang="en-US" sz="4200" dirty="0">
                <a:latin typeface="標楷體" panose="03000509000000000000" pitchFamily="65" charset="-120"/>
                <a:ea typeface="標楷體" panose="03000509000000000000" pitchFamily="65" charset="-120"/>
              </a:rPr>
              <a:t>本地</a:t>
            </a:r>
            <a:r>
              <a:rPr lang="en-US" altLang="zh-TW" sz="4300" dirty="0">
                <a:latin typeface="標楷體" panose="03000509000000000000" pitchFamily="65" charset="-120"/>
                <a:ea typeface="標楷體" panose="03000509000000000000" pitchFamily="65" charset="-120"/>
              </a:rPr>
              <a:t>LLM</a:t>
            </a:r>
            <a:r>
              <a:rPr lang="zh-TW" altLang="en-US" sz="4300" dirty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en-US" altLang="zh-TW" sz="4300" dirty="0">
                <a:latin typeface="標楷體" panose="03000509000000000000" pitchFamily="65" charset="-120"/>
                <a:ea typeface="標楷體" panose="03000509000000000000" pitchFamily="65" charset="-120"/>
              </a:rPr>
              <a:t>XAMPP</a:t>
            </a:r>
            <a:r>
              <a:rPr lang="zh-TW" altLang="en-US" sz="4300" dirty="0">
                <a:latin typeface="標楷體" panose="03000509000000000000" pitchFamily="65" charset="-120"/>
                <a:ea typeface="標楷體" panose="03000509000000000000" pitchFamily="65" charset="-120"/>
              </a:rPr>
              <a:t>安全檢測與修補方案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A9BE89F-74D7-5486-ED2F-DF3B0E7AA02C}"/>
              </a:ext>
            </a:extLst>
          </p:cNvPr>
          <p:cNvSpPr txBox="1"/>
          <p:nvPr/>
        </p:nvSpPr>
        <p:spPr>
          <a:xfrm>
            <a:off x="3415878" y="5634303"/>
            <a:ext cx="5360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2025/9/15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meeting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進度報告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莊雅婷</a:t>
            </a:r>
          </a:p>
        </p:txBody>
      </p:sp>
      <p:sp>
        <p:nvSpPr>
          <p:cNvPr id="11" name="副標題 2">
            <a:extLst>
              <a:ext uri="{FF2B5EF4-FFF2-40B4-BE49-F238E27FC236}">
                <a16:creationId xmlns:a16="http://schemas.microsoft.com/office/drawing/2014/main" id="{51FEEC1A-90B6-F319-DE42-C575F176C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3" y="3429000"/>
            <a:ext cx="9144000" cy="1655762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Foundation-sec-8b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65089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03F996C3-3859-8721-D061-C368C5D409CF}"/>
              </a:ext>
            </a:extLst>
          </p:cNvPr>
          <p:cNvSpPr txBox="1">
            <a:spLocks/>
          </p:cNvSpPr>
          <p:nvPr/>
        </p:nvSpPr>
        <p:spPr>
          <a:xfrm>
            <a:off x="877358" y="163936"/>
            <a:ext cx="10515600" cy="779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整體實驗概覽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BE80C9-0710-808E-693B-2F7736DEF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37" y="1198244"/>
            <a:ext cx="11004459" cy="529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013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DDA13-0C94-A947-F888-F61CB13CA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手繪多邊形: 圖案 16">
            <a:extLst>
              <a:ext uri="{FF2B5EF4-FFF2-40B4-BE49-F238E27FC236}">
                <a16:creationId xmlns:a16="http://schemas.microsoft.com/office/drawing/2014/main" id="{1A0F65E6-FEB6-458B-DD0A-63F7537ECFB6}"/>
              </a:ext>
            </a:extLst>
          </p:cNvPr>
          <p:cNvSpPr/>
          <p:nvPr/>
        </p:nvSpPr>
        <p:spPr>
          <a:xfrm>
            <a:off x="779375" y="1434700"/>
            <a:ext cx="2782554" cy="4767866"/>
          </a:xfrm>
          <a:custGeom>
            <a:avLst/>
            <a:gdLst>
              <a:gd name="connsiteX0" fmla="*/ 0 w 3819525"/>
              <a:gd name="connsiteY0" fmla="*/ 95250 h 1628775"/>
              <a:gd name="connsiteX1" fmla="*/ 3724275 w 3819525"/>
              <a:gd name="connsiteY1" fmla="*/ 95250 h 1628775"/>
              <a:gd name="connsiteX2" fmla="*/ 3724275 w 3819525"/>
              <a:gd name="connsiteY2" fmla="*/ 1628775 h 1628775"/>
              <a:gd name="connsiteX3" fmla="*/ 0 w 3819525"/>
              <a:gd name="connsiteY3" fmla="*/ 1628775 h 1628775"/>
              <a:gd name="connsiteX4" fmla="*/ 0 w 3819525"/>
              <a:gd name="connsiteY4" fmla="*/ 95250 h 1628775"/>
              <a:gd name="connsiteX5" fmla="*/ 95250 w 3819525"/>
              <a:gd name="connsiteY5" fmla="*/ 0 h 1628775"/>
              <a:gd name="connsiteX6" fmla="*/ 3819525 w 3819525"/>
              <a:gd name="connsiteY6" fmla="*/ 0 h 1628775"/>
              <a:gd name="connsiteX7" fmla="*/ 3724275 w 3819525"/>
              <a:gd name="connsiteY7" fmla="*/ 95250 h 1628775"/>
              <a:gd name="connsiteX8" fmla="*/ 0 w 3819525"/>
              <a:gd name="connsiteY8" fmla="*/ 95250 h 1628775"/>
              <a:gd name="connsiteX9" fmla="*/ 95250 w 3819525"/>
              <a:gd name="connsiteY9" fmla="*/ 0 h 1628775"/>
              <a:gd name="connsiteX10" fmla="*/ 3819525 w 3819525"/>
              <a:gd name="connsiteY10" fmla="*/ 0 h 1628775"/>
              <a:gd name="connsiteX11" fmla="*/ 3819525 w 3819525"/>
              <a:gd name="connsiteY11" fmla="*/ 1533525 h 1628775"/>
              <a:gd name="connsiteX12" fmla="*/ 3724275 w 3819525"/>
              <a:gd name="connsiteY12" fmla="*/ 1628775 h 1628775"/>
              <a:gd name="connsiteX13" fmla="*/ 3724275 w 3819525"/>
              <a:gd name="connsiteY13" fmla="*/ 95250 h 1628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819525" h="1628775">
                <a:moveTo>
                  <a:pt x="0" y="95250"/>
                </a:moveTo>
                <a:lnTo>
                  <a:pt x="3724275" y="95250"/>
                </a:lnTo>
                <a:lnTo>
                  <a:pt x="3724275" y="1628775"/>
                </a:lnTo>
                <a:lnTo>
                  <a:pt x="0" y="1628775"/>
                </a:lnTo>
                <a:lnTo>
                  <a:pt x="0" y="95250"/>
                </a:lnTo>
                <a:moveTo>
                  <a:pt x="95250" y="0"/>
                </a:moveTo>
                <a:lnTo>
                  <a:pt x="3819525" y="0"/>
                </a:lnTo>
                <a:lnTo>
                  <a:pt x="3724275" y="95250"/>
                </a:lnTo>
                <a:lnTo>
                  <a:pt x="0" y="95250"/>
                </a:lnTo>
                <a:lnTo>
                  <a:pt x="95250" y="0"/>
                </a:lnTo>
                <a:moveTo>
                  <a:pt x="3819525" y="0"/>
                </a:moveTo>
                <a:lnTo>
                  <a:pt x="3819525" y="1533525"/>
                </a:lnTo>
                <a:lnTo>
                  <a:pt x="3724275" y="1628775"/>
                </a:lnTo>
                <a:lnTo>
                  <a:pt x="3724275" y="95250"/>
                </a:lnTo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16" name="手繪多邊形: 圖案 15">
            <a:extLst>
              <a:ext uri="{FF2B5EF4-FFF2-40B4-BE49-F238E27FC236}">
                <a16:creationId xmlns:a16="http://schemas.microsoft.com/office/drawing/2014/main" id="{AE746E02-C369-D9EA-B200-BBFC22812C09}"/>
              </a:ext>
            </a:extLst>
          </p:cNvPr>
          <p:cNvSpPr/>
          <p:nvPr/>
        </p:nvSpPr>
        <p:spPr>
          <a:xfrm>
            <a:off x="4990864" y="1524075"/>
            <a:ext cx="5052547" cy="1077115"/>
          </a:xfrm>
          <a:custGeom>
            <a:avLst/>
            <a:gdLst>
              <a:gd name="connsiteX0" fmla="*/ 0 w 3819525"/>
              <a:gd name="connsiteY0" fmla="*/ 95250 h 1628775"/>
              <a:gd name="connsiteX1" fmla="*/ 3724275 w 3819525"/>
              <a:gd name="connsiteY1" fmla="*/ 95250 h 1628775"/>
              <a:gd name="connsiteX2" fmla="*/ 3724275 w 3819525"/>
              <a:gd name="connsiteY2" fmla="*/ 1628775 h 1628775"/>
              <a:gd name="connsiteX3" fmla="*/ 0 w 3819525"/>
              <a:gd name="connsiteY3" fmla="*/ 1628775 h 1628775"/>
              <a:gd name="connsiteX4" fmla="*/ 0 w 3819525"/>
              <a:gd name="connsiteY4" fmla="*/ 95250 h 1628775"/>
              <a:gd name="connsiteX5" fmla="*/ 95250 w 3819525"/>
              <a:gd name="connsiteY5" fmla="*/ 0 h 1628775"/>
              <a:gd name="connsiteX6" fmla="*/ 3819525 w 3819525"/>
              <a:gd name="connsiteY6" fmla="*/ 0 h 1628775"/>
              <a:gd name="connsiteX7" fmla="*/ 3724275 w 3819525"/>
              <a:gd name="connsiteY7" fmla="*/ 95250 h 1628775"/>
              <a:gd name="connsiteX8" fmla="*/ 0 w 3819525"/>
              <a:gd name="connsiteY8" fmla="*/ 95250 h 1628775"/>
              <a:gd name="connsiteX9" fmla="*/ 95250 w 3819525"/>
              <a:gd name="connsiteY9" fmla="*/ 0 h 1628775"/>
              <a:gd name="connsiteX10" fmla="*/ 3819525 w 3819525"/>
              <a:gd name="connsiteY10" fmla="*/ 0 h 1628775"/>
              <a:gd name="connsiteX11" fmla="*/ 3819525 w 3819525"/>
              <a:gd name="connsiteY11" fmla="*/ 1533525 h 1628775"/>
              <a:gd name="connsiteX12" fmla="*/ 3724275 w 3819525"/>
              <a:gd name="connsiteY12" fmla="*/ 1628775 h 1628775"/>
              <a:gd name="connsiteX13" fmla="*/ 3724275 w 3819525"/>
              <a:gd name="connsiteY13" fmla="*/ 95250 h 1628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819525" h="1628775">
                <a:moveTo>
                  <a:pt x="0" y="95250"/>
                </a:moveTo>
                <a:lnTo>
                  <a:pt x="3724275" y="95250"/>
                </a:lnTo>
                <a:lnTo>
                  <a:pt x="3724275" y="1628775"/>
                </a:lnTo>
                <a:lnTo>
                  <a:pt x="0" y="1628775"/>
                </a:lnTo>
                <a:lnTo>
                  <a:pt x="0" y="95250"/>
                </a:lnTo>
                <a:moveTo>
                  <a:pt x="95250" y="0"/>
                </a:moveTo>
                <a:lnTo>
                  <a:pt x="3819525" y="0"/>
                </a:lnTo>
                <a:lnTo>
                  <a:pt x="3724275" y="95250"/>
                </a:lnTo>
                <a:lnTo>
                  <a:pt x="0" y="95250"/>
                </a:lnTo>
                <a:lnTo>
                  <a:pt x="95250" y="0"/>
                </a:lnTo>
                <a:moveTo>
                  <a:pt x="3819525" y="0"/>
                </a:moveTo>
                <a:lnTo>
                  <a:pt x="3819525" y="1533525"/>
                </a:lnTo>
                <a:lnTo>
                  <a:pt x="3724275" y="1628775"/>
                </a:lnTo>
                <a:lnTo>
                  <a:pt x="3724275" y="95250"/>
                </a:lnTo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13" name="手繪多邊形: 圖案 12">
            <a:extLst>
              <a:ext uri="{FF2B5EF4-FFF2-40B4-BE49-F238E27FC236}">
                <a16:creationId xmlns:a16="http://schemas.microsoft.com/office/drawing/2014/main" id="{430334BA-1F4B-15E4-F380-2857BC29BE39}"/>
              </a:ext>
            </a:extLst>
          </p:cNvPr>
          <p:cNvSpPr/>
          <p:nvPr/>
        </p:nvSpPr>
        <p:spPr>
          <a:xfrm>
            <a:off x="4449473" y="3595971"/>
            <a:ext cx="6236507" cy="2606595"/>
          </a:xfrm>
          <a:custGeom>
            <a:avLst/>
            <a:gdLst>
              <a:gd name="connsiteX0" fmla="*/ 0 w 3819525"/>
              <a:gd name="connsiteY0" fmla="*/ 95250 h 1628775"/>
              <a:gd name="connsiteX1" fmla="*/ 3724275 w 3819525"/>
              <a:gd name="connsiteY1" fmla="*/ 95250 h 1628775"/>
              <a:gd name="connsiteX2" fmla="*/ 3724275 w 3819525"/>
              <a:gd name="connsiteY2" fmla="*/ 1628775 h 1628775"/>
              <a:gd name="connsiteX3" fmla="*/ 0 w 3819525"/>
              <a:gd name="connsiteY3" fmla="*/ 1628775 h 1628775"/>
              <a:gd name="connsiteX4" fmla="*/ 0 w 3819525"/>
              <a:gd name="connsiteY4" fmla="*/ 95250 h 1628775"/>
              <a:gd name="connsiteX5" fmla="*/ 95250 w 3819525"/>
              <a:gd name="connsiteY5" fmla="*/ 0 h 1628775"/>
              <a:gd name="connsiteX6" fmla="*/ 3819525 w 3819525"/>
              <a:gd name="connsiteY6" fmla="*/ 0 h 1628775"/>
              <a:gd name="connsiteX7" fmla="*/ 3724275 w 3819525"/>
              <a:gd name="connsiteY7" fmla="*/ 95250 h 1628775"/>
              <a:gd name="connsiteX8" fmla="*/ 0 w 3819525"/>
              <a:gd name="connsiteY8" fmla="*/ 95250 h 1628775"/>
              <a:gd name="connsiteX9" fmla="*/ 95250 w 3819525"/>
              <a:gd name="connsiteY9" fmla="*/ 0 h 1628775"/>
              <a:gd name="connsiteX10" fmla="*/ 3819525 w 3819525"/>
              <a:gd name="connsiteY10" fmla="*/ 0 h 1628775"/>
              <a:gd name="connsiteX11" fmla="*/ 3819525 w 3819525"/>
              <a:gd name="connsiteY11" fmla="*/ 1533525 h 1628775"/>
              <a:gd name="connsiteX12" fmla="*/ 3724275 w 3819525"/>
              <a:gd name="connsiteY12" fmla="*/ 1628775 h 1628775"/>
              <a:gd name="connsiteX13" fmla="*/ 3724275 w 3819525"/>
              <a:gd name="connsiteY13" fmla="*/ 95250 h 1628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819525" h="1628775">
                <a:moveTo>
                  <a:pt x="0" y="95250"/>
                </a:moveTo>
                <a:lnTo>
                  <a:pt x="3724275" y="95250"/>
                </a:lnTo>
                <a:lnTo>
                  <a:pt x="3724275" y="1628775"/>
                </a:lnTo>
                <a:lnTo>
                  <a:pt x="0" y="1628775"/>
                </a:lnTo>
                <a:lnTo>
                  <a:pt x="0" y="95250"/>
                </a:lnTo>
                <a:moveTo>
                  <a:pt x="95250" y="0"/>
                </a:moveTo>
                <a:lnTo>
                  <a:pt x="3819525" y="0"/>
                </a:lnTo>
                <a:lnTo>
                  <a:pt x="3724275" y="95250"/>
                </a:lnTo>
                <a:lnTo>
                  <a:pt x="0" y="95250"/>
                </a:lnTo>
                <a:lnTo>
                  <a:pt x="95250" y="0"/>
                </a:lnTo>
                <a:moveTo>
                  <a:pt x="3819525" y="0"/>
                </a:moveTo>
                <a:lnTo>
                  <a:pt x="3819525" y="1533525"/>
                </a:lnTo>
                <a:lnTo>
                  <a:pt x="3724275" y="1628775"/>
                </a:lnTo>
                <a:lnTo>
                  <a:pt x="3724275" y="95250"/>
                </a:lnTo>
              </a:path>
            </a:pathLst>
          </a:custGeom>
          <a:solidFill>
            <a:srgbClr val="FFFFFF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zh-TW" altLang="en-US" dirty="0"/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073B1130-3E60-242F-E216-17BBC6C30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660" y="3403602"/>
            <a:ext cx="2037291" cy="978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4">
            <a:extLst>
              <a:ext uri="{FF2B5EF4-FFF2-40B4-BE49-F238E27FC236}">
                <a16:creationId xmlns:a16="http://schemas.microsoft.com/office/drawing/2014/main" id="{13538370-7BC2-69D2-E2EA-1C57EE006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614" y="1818621"/>
            <a:ext cx="2037291" cy="978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文字方塊 36">
            <a:extLst>
              <a:ext uri="{FF2B5EF4-FFF2-40B4-BE49-F238E27FC236}">
                <a16:creationId xmlns:a16="http://schemas.microsoft.com/office/drawing/2014/main" id="{09598429-C5E4-8B4F-244E-9A6A613E032C}"/>
              </a:ext>
            </a:extLst>
          </p:cNvPr>
          <p:cNvSpPr txBox="1"/>
          <p:nvPr/>
        </p:nvSpPr>
        <p:spPr>
          <a:xfrm>
            <a:off x="1271069" y="1117119"/>
            <a:ext cx="1799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分析節點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85B9FFB4-465E-90B3-A005-D643DF2EB016}"/>
              </a:ext>
            </a:extLst>
          </p:cNvPr>
          <p:cNvSpPr txBox="1"/>
          <p:nvPr/>
        </p:nvSpPr>
        <p:spPr>
          <a:xfrm>
            <a:off x="637344" y="2028748"/>
            <a:ext cx="30416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AI Analysis Script</a:t>
            </a:r>
          </a:p>
          <a:p>
            <a:pPr algn="ctr"/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(Python)</a:t>
            </a:r>
            <a:endParaRPr lang="zh-TW" altLang="en-US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00408D77-E475-C848-6055-C0EE93C31749}"/>
              </a:ext>
            </a:extLst>
          </p:cNvPr>
          <p:cNvSpPr txBox="1"/>
          <p:nvPr/>
        </p:nvSpPr>
        <p:spPr>
          <a:xfrm>
            <a:off x="1199054" y="3723804"/>
            <a:ext cx="19182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Foundation-Sec-8b</a:t>
            </a:r>
            <a:endParaRPr lang="zh-TW" altLang="en-US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5EADF7AF-51D9-F376-06CF-7D766FD4FCDE}"/>
              </a:ext>
            </a:extLst>
          </p:cNvPr>
          <p:cNvCxnSpPr>
            <a:cxnSpLocks/>
            <a:endCxn id="1038" idx="0"/>
          </p:cNvCxnSpPr>
          <p:nvPr/>
        </p:nvCxnSpPr>
        <p:spPr>
          <a:xfrm>
            <a:off x="2176306" y="2797579"/>
            <a:ext cx="0" cy="6060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50C773FE-D707-B731-D237-2C0D8BBC3849}"/>
              </a:ext>
            </a:extLst>
          </p:cNvPr>
          <p:cNvSpPr txBox="1"/>
          <p:nvPr/>
        </p:nvSpPr>
        <p:spPr>
          <a:xfrm>
            <a:off x="1088409" y="2777215"/>
            <a:ext cx="943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載入模型</a:t>
            </a:r>
            <a:endParaRPr lang="en-US" altLang="zh-TW" sz="1400" b="1" dirty="0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A9C16C32-7149-1DCB-320F-561413991AD0}"/>
              </a:ext>
            </a:extLst>
          </p:cNvPr>
          <p:cNvSpPr txBox="1"/>
          <p:nvPr/>
        </p:nvSpPr>
        <p:spPr>
          <a:xfrm>
            <a:off x="1115412" y="4346184"/>
            <a:ext cx="919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分析結果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E00F21E-95CE-EDB1-EE10-004BBFC83A9B}"/>
              </a:ext>
            </a:extLst>
          </p:cNvPr>
          <p:cNvSpPr txBox="1"/>
          <p:nvPr/>
        </p:nvSpPr>
        <p:spPr>
          <a:xfrm>
            <a:off x="5510069" y="3949350"/>
            <a:ext cx="3921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DUT(Device Under Test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:XAMPP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伺服器</a:t>
            </a:r>
          </a:p>
        </p:txBody>
      </p:sp>
      <p:pic>
        <p:nvPicPr>
          <p:cNvPr id="52" name="圖片 51">
            <a:extLst>
              <a:ext uri="{FF2B5EF4-FFF2-40B4-BE49-F238E27FC236}">
                <a16:creationId xmlns:a16="http://schemas.microsoft.com/office/drawing/2014/main" id="{DF9EA44D-FC68-B792-FDEC-28BC26CFE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5110" y="4527337"/>
            <a:ext cx="1079519" cy="1418801"/>
          </a:xfrm>
          <a:prstGeom prst="rect">
            <a:avLst/>
          </a:prstGeom>
        </p:spPr>
      </p:pic>
      <p:sp>
        <p:nvSpPr>
          <p:cNvPr id="53" name="文字方塊 52">
            <a:extLst>
              <a:ext uri="{FF2B5EF4-FFF2-40B4-BE49-F238E27FC236}">
                <a16:creationId xmlns:a16="http://schemas.microsoft.com/office/drawing/2014/main" id="{54CCC808-B7E7-9E58-6A09-A778D7194DF9}"/>
              </a:ext>
            </a:extLst>
          </p:cNvPr>
          <p:cNvSpPr txBox="1"/>
          <p:nvPr/>
        </p:nvSpPr>
        <p:spPr>
          <a:xfrm>
            <a:off x="5739429" y="4670598"/>
            <a:ext cx="19182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Port:</a:t>
            </a:r>
          </a:p>
          <a:p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Apache:80,443</a:t>
            </a:r>
          </a:p>
          <a:p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PHP:8000</a:t>
            </a:r>
          </a:p>
          <a:p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MySQL:3306</a:t>
            </a:r>
            <a:endParaRPr lang="zh-TW" altLang="en-US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5861567A-0002-59C3-663E-620B6F6F7CC2}"/>
              </a:ext>
            </a:extLst>
          </p:cNvPr>
          <p:cNvSpPr txBox="1"/>
          <p:nvPr/>
        </p:nvSpPr>
        <p:spPr>
          <a:xfrm>
            <a:off x="8918439" y="5053528"/>
            <a:ext cx="7171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Logs</a:t>
            </a:r>
            <a:endParaRPr lang="zh-TW" altLang="en-US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044" name="Picture 20">
            <a:extLst>
              <a:ext uri="{FF2B5EF4-FFF2-40B4-BE49-F238E27FC236}">
                <a16:creationId xmlns:a16="http://schemas.microsoft.com/office/drawing/2014/main" id="{BDBD13A9-362E-5BB7-54DC-D1F0A4F52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495" y="5053528"/>
            <a:ext cx="2044556" cy="982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C76FC2AC-39D3-76A6-797C-06331B1C8793}"/>
              </a:ext>
            </a:extLst>
          </p:cNvPr>
          <p:cNvCxnSpPr>
            <a:cxnSpLocks/>
            <a:stCxn id="1038" idx="2"/>
          </p:cNvCxnSpPr>
          <p:nvPr/>
        </p:nvCxnSpPr>
        <p:spPr>
          <a:xfrm>
            <a:off x="2176306" y="4382560"/>
            <a:ext cx="0" cy="688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04339227-3BD2-889B-4B46-A3C1E72B114C}"/>
              </a:ext>
            </a:extLst>
          </p:cNvPr>
          <p:cNvSpPr txBox="1"/>
          <p:nvPr/>
        </p:nvSpPr>
        <p:spPr>
          <a:xfrm>
            <a:off x="1139496" y="5365120"/>
            <a:ext cx="20445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輸出修正建議</a:t>
            </a:r>
          </a:p>
        </p:txBody>
      </p:sp>
      <p:sp>
        <p:nvSpPr>
          <p:cNvPr id="1024" name="文字方塊 1023">
            <a:extLst>
              <a:ext uri="{FF2B5EF4-FFF2-40B4-BE49-F238E27FC236}">
                <a16:creationId xmlns:a16="http://schemas.microsoft.com/office/drawing/2014/main" id="{2C5F9752-9292-B823-7823-7D7935BEF8A7}"/>
              </a:ext>
            </a:extLst>
          </p:cNvPr>
          <p:cNvSpPr txBox="1"/>
          <p:nvPr/>
        </p:nvSpPr>
        <p:spPr>
          <a:xfrm>
            <a:off x="6488654" y="1165656"/>
            <a:ext cx="1509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掃描節點</a:t>
            </a:r>
          </a:p>
        </p:txBody>
      </p:sp>
      <p:pic>
        <p:nvPicPr>
          <p:cNvPr id="1025" name="圖片 1024">
            <a:extLst>
              <a:ext uri="{FF2B5EF4-FFF2-40B4-BE49-F238E27FC236}">
                <a16:creationId xmlns:a16="http://schemas.microsoft.com/office/drawing/2014/main" id="{C1B7F1C3-CE65-F3B4-50F6-41392691EA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6494" y="1773253"/>
            <a:ext cx="2470516" cy="361950"/>
          </a:xfrm>
          <a:prstGeom prst="rect">
            <a:avLst/>
          </a:prstGeom>
        </p:spPr>
      </p:pic>
      <p:sp>
        <p:nvSpPr>
          <p:cNvPr id="1027" name="文字方塊 1026">
            <a:extLst>
              <a:ext uri="{FF2B5EF4-FFF2-40B4-BE49-F238E27FC236}">
                <a16:creationId xmlns:a16="http://schemas.microsoft.com/office/drawing/2014/main" id="{81D80643-158F-48E1-9884-E29303342AEC}"/>
              </a:ext>
            </a:extLst>
          </p:cNvPr>
          <p:cNvSpPr txBox="1"/>
          <p:nvPr/>
        </p:nvSpPr>
        <p:spPr>
          <a:xfrm>
            <a:off x="7382783" y="1767451"/>
            <a:ext cx="17094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Nessus Scanner</a:t>
            </a:r>
            <a:endParaRPr lang="zh-TW" altLang="en-US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1049" name="群組 1048">
            <a:extLst>
              <a:ext uri="{FF2B5EF4-FFF2-40B4-BE49-F238E27FC236}">
                <a16:creationId xmlns:a16="http://schemas.microsoft.com/office/drawing/2014/main" id="{957E1F27-B177-36D6-9CE7-4E02C17B2B31}"/>
              </a:ext>
            </a:extLst>
          </p:cNvPr>
          <p:cNvGrpSpPr/>
          <p:nvPr/>
        </p:nvGrpSpPr>
        <p:grpSpPr>
          <a:xfrm>
            <a:off x="6412025" y="1832208"/>
            <a:ext cx="5048132" cy="4823331"/>
            <a:chOff x="6589825" y="1366541"/>
            <a:chExt cx="4826572" cy="4823331"/>
          </a:xfrm>
        </p:grpSpPr>
        <p:cxnSp>
          <p:nvCxnSpPr>
            <p:cNvPr id="1031" name="直線接點 1030">
              <a:extLst>
                <a:ext uri="{FF2B5EF4-FFF2-40B4-BE49-F238E27FC236}">
                  <a16:creationId xmlns:a16="http://schemas.microsoft.com/office/drawing/2014/main" id="{8CE23BFC-FA50-589E-8897-A924B5FA59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9850" y="1366541"/>
              <a:ext cx="1886547" cy="2503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5" name="直線接點 1034">
              <a:extLst>
                <a:ext uri="{FF2B5EF4-FFF2-40B4-BE49-F238E27FC236}">
                  <a16:creationId xmlns:a16="http://schemas.microsoft.com/office/drawing/2014/main" id="{C3063062-A6FD-949E-9B91-BBBFA9FA99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16397" y="1366541"/>
              <a:ext cx="0" cy="482333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9" name="直線單箭頭接點 1038">
              <a:extLst>
                <a:ext uri="{FF2B5EF4-FFF2-40B4-BE49-F238E27FC236}">
                  <a16:creationId xmlns:a16="http://schemas.microsoft.com/office/drawing/2014/main" id="{E9BEAFDE-F98B-D001-A083-CBE6C31518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9825" y="5480471"/>
              <a:ext cx="0" cy="7094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61" name="標題 1">
            <a:extLst>
              <a:ext uri="{FF2B5EF4-FFF2-40B4-BE49-F238E27FC236}">
                <a16:creationId xmlns:a16="http://schemas.microsoft.com/office/drawing/2014/main" id="{42329E69-B8E2-68EC-3B8F-5F4D9CAC0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072" y="149828"/>
            <a:ext cx="10515600" cy="779709"/>
          </a:xfrm>
        </p:spPr>
        <p:txBody>
          <a:bodyPr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實驗架構圖</a:t>
            </a:r>
          </a:p>
        </p:txBody>
      </p:sp>
      <p:pic>
        <p:nvPicPr>
          <p:cNvPr id="1067" name="圖片 1066">
            <a:extLst>
              <a:ext uri="{FF2B5EF4-FFF2-40B4-BE49-F238E27FC236}">
                <a16:creationId xmlns:a16="http://schemas.microsoft.com/office/drawing/2014/main" id="{9DDEB8A9-77FD-DBC2-7357-7C62D128EC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6691" y="1784951"/>
            <a:ext cx="1456744" cy="338554"/>
          </a:xfrm>
          <a:prstGeom prst="rect">
            <a:avLst/>
          </a:prstGeom>
        </p:spPr>
      </p:pic>
      <p:cxnSp>
        <p:nvCxnSpPr>
          <p:cNvPr id="1070" name="直線單箭頭接點 1069">
            <a:extLst>
              <a:ext uri="{FF2B5EF4-FFF2-40B4-BE49-F238E27FC236}">
                <a16:creationId xmlns:a16="http://schemas.microsoft.com/office/drawing/2014/main" id="{3F687DCB-75B4-77C7-6407-94CDF844CB8B}"/>
              </a:ext>
            </a:extLst>
          </p:cNvPr>
          <p:cNvCxnSpPr>
            <a:cxnSpLocks/>
            <a:stCxn id="1025" idx="1"/>
            <a:endCxn id="1067" idx="3"/>
          </p:cNvCxnSpPr>
          <p:nvPr/>
        </p:nvCxnSpPr>
        <p:spPr>
          <a:xfrm flipH="1">
            <a:off x="6793435" y="1954228"/>
            <a:ext cx="2230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2" name="文字方塊 1081">
            <a:extLst>
              <a:ext uri="{FF2B5EF4-FFF2-40B4-BE49-F238E27FC236}">
                <a16:creationId xmlns:a16="http://schemas.microsoft.com/office/drawing/2014/main" id="{1A0B3EDC-211E-2F80-B9CC-45569FD1209A}"/>
              </a:ext>
            </a:extLst>
          </p:cNvPr>
          <p:cNvSpPr txBox="1"/>
          <p:nvPr/>
        </p:nvSpPr>
        <p:spPr>
          <a:xfrm>
            <a:off x="5405859" y="1759106"/>
            <a:ext cx="1006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Report</a:t>
            </a:r>
            <a:endParaRPr lang="zh-TW" altLang="en-US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084" name="圖形 1083" descr="徽章 1 外框">
            <a:extLst>
              <a:ext uri="{FF2B5EF4-FFF2-40B4-BE49-F238E27FC236}">
                <a16:creationId xmlns:a16="http://schemas.microsoft.com/office/drawing/2014/main" id="{6CFFAA33-0E60-2F04-A0CB-60A6EDA931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29765" y="1183047"/>
            <a:ext cx="338554" cy="338554"/>
          </a:xfrm>
          <a:prstGeom prst="rect">
            <a:avLst/>
          </a:prstGeom>
        </p:spPr>
      </p:pic>
      <p:pic>
        <p:nvPicPr>
          <p:cNvPr id="1086" name="圖形 1085" descr="識別證 外框">
            <a:extLst>
              <a:ext uri="{FF2B5EF4-FFF2-40B4-BE49-F238E27FC236}">
                <a16:creationId xmlns:a16="http://schemas.microsoft.com/office/drawing/2014/main" id="{A7C92A3B-DCA4-FD67-353B-90724DB291B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92267" y="3649356"/>
            <a:ext cx="338554" cy="338554"/>
          </a:xfrm>
          <a:prstGeom prst="rect">
            <a:avLst/>
          </a:prstGeom>
        </p:spPr>
      </p:pic>
      <p:pic>
        <p:nvPicPr>
          <p:cNvPr id="1088" name="圖形 1087" descr="徽章 3 外框">
            <a:extLst>
              <a:ext uri="{FF2B5EF4-FFF2-40B4-BE49-F238E27FC236}">
                <a16:creationId xmlns:a16="http://schemas.microsoft.com/office/drawing/2014/main" id="{2EA8B140-F1A3-7F71-3C28-B67484CE03D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94376" y="6095363"/>
            <a:ext cx="338554" cy="338554"/>
          </a:xfrm>
          <a:prstGeom prst="rect">
            <a:avLst/>
          </a:prstGeom>
        </p:spPr>
      </p:pic>
      <p:pic>
        <p:nvPicPr>
          <p:cNvPr id="1094" name="圖形 1093" descr="徽章 6 外框">
            <a:extLst>
              <a:ext uri="{FF2B5EF4-FFF2-40B4-BE49-F238E27FC236}">
                <a16:creationId xmlns:a16="http://schemas.microsoft.com/office/drawing/2014/main" id="{66B0651F-194B-A393-697C-CC9160B1831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11401" y="2920916"/>
            <a:ext cx="338554" cy="338554"/>
          </a:xfrm>
          <a:prstGeom prst="rect">
            <a:avLst/>
          </a:prstGeom>
        </p:spPr>
      </p:pic>
      <p:cxnSp>
        <p:nvCxnSpPr>
          <p:cNvPr id="1096" name="直線單箭頭接點 1095">
            <a:extLst>
              <a:ext uri="{FF2B5EF4-FFF2-40B4-BE49-F238E27FC236}">
                <a16:creationId xmlns:a16="http://schemas.microsoft.com/office/drawing/2014/main" id="{4C3CA437-5FD4-CB04-230A-06AF0AEE0CA7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7976374" y="5236737"/>
            <a:ext cx="73873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6" name="文字方塊 1105">
            <a:extLst>
              <a:ext uri="{FF2B5EF4-FFF2-40B4-BE49-F238E27FC236}">
                <a16:creationId xmlns:a16="http://schemas.microsoft.com/office/drawing/2014/main" id="{3E540ED3-DC46-B230-C162-DBFDB7E4E98F}"/>
              </a:ext>
            </a:extLst>
          </p:cNvPr>
          <p:cNvSpPr txBox="1"/>
          <p:nvPr/>
        </p:nvSpPr>
        <p:spPr>
          <a:xfrm>
            <a:off x="8071403" y="379251"/>
            <a:ext cx="236693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Setting:</a:t>
            </a:r>
          </a:p>
          <a:p>
            <a:r>
              <a:rPr lang="en-US" altLang="zh-TW" sz="1400" b="1" dirty="0" err="1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Mode:Advanced</a:t>
            </a:r>
            <a:r>
              <a:rPr lang="en-US" altLang="zh-TW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Scan</a:t>
            </a:r>
          </a:p>
          <a:p>
            <a:r>
              <a:rPr lang="zh-TW" altLang="en-US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目標設置</a:t>
            </a:r>
            <a:r>
              <a:rPr lang="en-US" altLang="zh-TW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:XAMPP</a:t>
            </a:r>
            <a:r>
              <a:rPr lang="zh-TW" altLang="en-US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本地連接埠</a:t>
            </a:r>
            <a:endParaRPr lang="en-US" altLang="zh-TW" sz="1400" b="1" dirty="0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Scan Web </a:t>
            </a:r>
            <a:r>
              <a:rPr lang="en-US" altLang="zh-TW" sz="1400" b="1" dirty="0" err="1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Application:ON</a:t>
            </a:r>
            <a:endParaRPr lang="en-US" altLang="zh-TW" sz="1400" b="1" dirty="0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Save → Launch</a:t>
            </a:r>
          </a:p>
        </p:txBody>
      </p:sp>
      <p:pic>
        <p:nvPicPr>
          <p:cNvPr id="1109" name="圖形 1108" descr="徽章 5 外框">
            <a:extLst>
              <a:ext uri="{FF2B5EF4-FFF2-40B4-BE49-F238E27FC236}">
                <a16:creationId xmlns:a16="http://schemas.microsoft.com/office/drawing/2014/main" id="{364A973B-B236-E59E-2044-6B84521C2B6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125814" y="4892770"/>
            <a:ext cx="338554" cy="338554"/>
          </a:xfrm>
          <a:prstGeom prst="rect">
            <a:avLst/>
          </a:prstGeom>
        </p:spPr>
      </p:pic>
      <p:pic>
        <p:nvPicPr>
          <p:cNvPr id="1111" name="圖形 1110" descr="徽章 7 外框">
            <a:extLst>
              <a:ext uri="{FF2B5EF4-FFF2-40B4-BE49-F238E27FC236}">
                <a16:creationId xmlns:a16="http://schemas.microsoft.com/office/drawing/2014/main" id="{7A089374-55DB-DDFB-9B88-AF32FADAEB0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578380" y="2101470"/>
            <a:ext cx="356306" cy="356306"/>
          </a:xfrm>
          <a:prstGeom prst="rect">
            <a:avLst/>
          </a:prstGeom>
        </p:spPr>
      </p:pic>
      <p:sp>
        <p:nvSpPr>
          <p:cNvPr id="1112" name="文字方塊 1111">
            <a:extLst>
              <a:ext uri="{FF2B5EF4-FFF2-40B4-BE49-F238E27FC236}">
                <a16:creationId xmlns:a16="http://schemas.microsoft.com/office/drawing/2014/main" id="{6F3393BF-C44B-91A7-D62F-E13B7E26D951}"/>
              </a:ext>
            </a:extLst>
          </p:cNvPr>
          <p:cNvSpPr txBox="1"/>
          <p:nvPr/>
        </p:nvSpPr>
        <p:spPr>
          <a:xfrm>
            <a:off x="7889336" y="5283661"/>
            <a:ext cx="9128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產生日誌</a:t>
            </a:r>
          </a:p>
        </p:txBody>
      </p:sp>
      <p:pic>
        <p:nvPicPr>
          <p:cNvPr id="1113" name="圖形 1112" descr="徽章 4 外框">
            <a:extLst>
              <a:ext uri="{FF2B5EF4-FFF2-40B4-BE49-F238E27FC236}">
                <a16:creationId xmlns:a16="http://schemas.microsoft.com/office/drawing/2014/main" id="{C8EEA5C2-CB68-4BE1-2885-2AF62EA0DF6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094376" y="6556080"/>
            <a:ext cx="338554" cy="338554"/>
          </a:xfrm>
          <a:prstGeom prst="rect">
            <a:avLst/>
          </a:prstGeom>
        </p:spPr>
      </p:pic>
      <p:sp>
        <p:nvSpPr>
          <p:cNvPr id="1129" name="文字方塊 1128">
            <a:extLst>
              <a:ext uri="{FF2B5EF4-FFF2-40B4-BE49-F238E27FC236}">
                <a16:creationId xmlns:a16="http://schemas.microsoft.com/office/drawing/2014/main" id="{D2891200-2246-AB47-AB9D-86A22E000D95}"/>
              </a:ext>
            </a:extLst>
          </p:cNvPr>
          <p:cNvSpPr txBox="1"/>
          <p:nvPr/>
        </p:nvSpPr>
        <p:spPr>
          <a:xfrm>
            <a:off x="8582400" y="2833921"/>
            <a:ext cx="22069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讀取資料</a:t>
            </a:r>
            <a:r>
              <a:rPr lang="en-US" altLang="zh-TW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(GET</a:t>
            </a:r>
            <a:r>
              <a:rPr lang="zh-TW" altLang="en-US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HEAD</a:t>
            </a:r>
            <a:r>
              <a:rPr lang="zh-TW" altLang="en-US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OPTIONS..)</a:t>
            </a:r>
          </a:p>
        </p:txBody>
      </p:sp>
      <p:cxnSp>
        <p:nvCxnSpPr>
          <p:cNvPr id="1133" name="接點: 肘形 1132">
            <a:extLst>
              <a:ext uri="{FF2B5EF4-FFF2-40B4-BE49-F238E27FC236}">
                <a16:creationId xmlns:a16="http://schemas.microsoft.com/office/drawing/2014/main" id="{0EA5C9F4-93FA-428C-DEBB-DD53F904F1A0}"/>
              </a:ext>
            </a:extLst>
          </p:cNvPr>
          <p:cNvCxnSpPr>
            <a:cxnSpLocks/>
            <a:stCxn id="1025" idx="2"/>
            <a:endCxn id="52" idx="0"/>
          </p:cNvCxnSpPr>
          <p:nvPr/>
        </p:nvCxnSpPr>
        <p:spPr>
          <a:xfrm rot="16200000" flipH="1">
            <a:off x="7557244" y="2829711"/>
            <a:ext cx="2392134" cy="10031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36" name="圖形 1135" descr="徽章 8 外框">
            <a:extLst>
              <a:ext uri="{FF2B5EF4-FFF2-40B4-BE49-F238E27FC236}">
                <a16:creationId xmlns:a16="http://schemas.microsoft.com/office/drawing/2014/main" id="{8D57653C-2F2F-B29E-40C0-C4BDEFB3E35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122624" y="1529077"/>
            <a:ext cx="356306" cy="356306"/>
          </a:xfrm>
          <a:prstGeom prst="rect">
            <a:avLst/>
          </a:prstGeom>
        </p:spPr>
      </p:pic>
      <p:pic>
        <p:nvPicPr>
          <p:cNvPr id="1138" name="圖形 1137" descr="徽章 9 外框">
            <a:extLst>
              <a:ext uri="{FF2B5EF4-FFF2-40B4-BE49-F238E27FC236}">
                <a16:creationId xmlns:a16="http://schemas.microsoft.com/office/drawing/2014/main" id="{0187CC76-C5DE-B52F-E476-EF660067E67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68099" y="2748417"/>
            <a:ext cx="356306" cy="356306"/>
          </a:xfrm>
          <a:prstGeom prst="rect">
            <a:avLst/>
          </a:prstGeom>
        </p:spPr>
      </p:pic>
      <p:cxnSp>
        <p:nvCxnSpPr>
          <p:cNvPr id="1142" name="直線接點 1141">
            <a:extLst>
              <a:ext uri="{FF2B5EF4-FFF2-40B4-BE49-F238E27FC236}">
                <a16:creationId xmlns:a16="http://schemas.microsoft.com/office/drawing/2014/main" id="{40D97A8E-A533-0129-7DFE-8A37A93CA277}"/>
              </a:ext>
            </a:extLst>
          </p:cNvPr>
          <p:cNvCxnSpPr>
            <a:cxnSpLocks/>
          </p:cNvCxnSpPr>
          <p:nvPr/>
        </p:nvCxnSpPr>
        <p:spPr>
          <a:xfrm flipV="1">
            <a:off x="6405579" y="6639047"/>
            <a:ext cx="5054578" cy="64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EF174AF-406B-BD57-8CA3-6932419322C9}"/>
              </a:ext>
            </a:extLst>
          </p:cNvPr>
          <p:cNvSpPr txBox="1"/>
          <p:nvPr/>
        </p:nvSpPr>
        <p:spPr>
          <a:xfrm>
            <a:off x="7832266" y="2125680"/>
            <a:ext cx="9128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解析檔案</a:t>
            </a:r>
            <a:endParaRPr lang="en-US" altLang="zh-TW" sz="1400" b="1" dirty="0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E582E56-4231-D91E-B2BA-B94EAD4F91D6}"/>
              </a:ext>
            </a:extLst>
          </p:cNvPr>
          <p:cNvSpPr/>
          <p:nvPr/>
        </p:nvSpPr>
        <p:spPr>
          <a:xfrm>
            <a:off x="5035330" y="4534839"/>
            <a:ext cx="2941044" cy="13948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FE468F04-D600-363D-92D9-2D78D49863D5}"/>
              </a:ext>
            </a:extLst>
          </p:cNvPr>
          <p:cNvCxnSpPr>
            <a:cxnSpLocks/>
          </p:cNvCxnSpPr>
          <p:nvPr/>
        </p:nvCxnSpPr>
        <p:spPr>
          <a:xfrm flipH="1">
            <a:off x="9464212" y="1968603"/>
            <a:ext cx="1871277" cy="174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12806D41-E561-65B9-E934-4E98C1E343AF}"/>
              </a:ext>
            </a:extLst>
          </p:cNvPr>
          <p:cNvCxnSpPr>
            <a:cxnSpLocks/>
          </p:cNvCxnSpPr>
          <p:nvPr/>
        </p:nvCxnSpPr>
        <p:spPr>
          <a:xfrm flipV="1">
            <a:off x="11315679" y="1968603"/>
            <a:ext cx="0" cy="4462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369DAE38-81E7-3766-1F84-1D824A277154}"/>
              </a:ext>
            </a:extLst>
          </p:cNvPr>
          <p:cNvCxnSpPr>
            <a:cxnSpLocks/>
          </p:cNvCxnSpPr>
          <p:nvPr/>
        </p:nvCxnSpPr>
        <p:spPr>
          <a:xfrm>
            <a:off x="6698543" y="6417580"/>
            <a:ext cx="4636946" cy="132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7EB23F4B-6E2C-8573-7000-EE9E231555BF}"/>
              </a:ext>
            </a:extLst>
          </p:cNvPr>
          <p:cNvCxnSpPr>
            <a:cxnSpLocks/>
          </p:cNvCxnSpPr>
          <p:nvPr/>
        </p:nvCxnSpPr>
        <p:spPr>
          <a:xfrm flipH="1" flipV="1">
            <a:off x="6698543" y="5946138"/>
            <a:ext cx="459" cy="4780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397E0DC0-5321-63FB-DAA5-6F7307A4A2C4}"/>
              </a:ext>
            </a:extLst>
          </p:cNvPr>
          <p:cNvSpPr txBox="1"/>
          <p:nvPr/>
        </p:nvSpPr>
        <p:spPr>
          <a:xfrm>
            <a:off x="7256081" y="6577229"/>
            <a:ext cx="3997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Scanner</a:t>
            </a:r>
            <a:r>
              <a:rPr lang="zh-TW" altLang="en-US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發出各式</a:t>
            </a:r>
            <a:r>
              <a:rPr lang="en-US" altLang="zh-TW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HTTP</a:t>
            </a:r>
            <a:r>
              <a:rPr lang="zh-TW" altLang="en-US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請求，以進行讀檔或測試</a:t>
            </a:r>
            <a:endParaRPr lang="en-US" altLang="zh-TW" sz="1400" b="1" dirty="0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C1120600-785D-5218-BC58-D99F3F2C1CA6}"/>
              </a:ext>
            </a:extLst>
          </p:cNvPr>
          <p:cNvSpPr txBox="1"/>
          <p:nvPr/>
        </p:nvSpPr>
        <p:spPr>
          <a:xfrm>
            <a:off x="7301557" y="6144589"/>
            <a:ext cx="42393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回傳</a:t>
            </a:r>
            <a:r>
              <a:rPr lang="en-US" altLang="zh-TW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SYN/ACK</a:t>
            </a:r>
            <a:r>
              <a:rPr lang="zh-TW" altLang="en-US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封包</a:t>
            </a:r>
            <a:r>
              <a:rPr lang="en-US" altLang="zh-TW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(Acknowledge)</a:t>
            </a:r>
            <a:r>
              <a:rPr lang="zh-TW" altLang="en-US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：表示「同意連線」</a:t>
            </a:r>
            <a:endParaRPr lang="en-US" altLang="zh-TW" sz="1400" b="1" dirty="0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03617CCC-23B1-990F-E82E-9F25FEFFDD6C}"/>
              </a:ext>
            </a:extLst>
          </p:cNvPr>
          <p:cNvSpPr txBox="1"/>
          <p:nvPr/>
        </p:nvSpPr>
        <p:spPr>
          <a:xfrm>
            <a:off x="10987751" y="3926603"/>
            <a:ext cx="1251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寄出</a:t>
            </a:r>
            <a:r>
              <a:rPr lang="en-US" altLang="zh-TW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SYN</a:t>
            </a:r>
            <a:r>
              <a:rPr lang="zh-TW" altLang="en-US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封包</a:t>
            </a:r>
            <a:endParaRPr lang="en-US" altLang="zh-TW" sz="1400" b="1" dirty="0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(Synchronize)</a:t>
            </a:r>
            <a:endParaRPr lang="zh-TW" altLang="en-US" sz="1400" b="1" dirty="0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030" name="直線單箭頭接點 1029">
            <a:extLst>
              <a:ext uri="{FF2B5EF4-FFF2-40B4-BE49-F238E27FC236}">
                <a16:creationId xmlns:a16="http://schemas.microsoft.com/office/drawing/2014/main" id="{419F410E-2FFC-3369-881C-9C6801FCE59F}"/>
              </a:ext>
            </a:extLst>
          </p:cNvPr>
          <p:cNvCxnSpPr>
            <a:cxnSpLocks/>
          </p:cNvCxnSpPr>
          <p:nvPr/>
        </p:nvCxnSpPr>
        <p:spPr>
          <a:xfrm>
            <a:off x="3205909" y="1867111"/>
            <a:ext cx="21482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4" name="文字方塊 1033">
            <a:extLst>
              <a:ext uri="{FF2B5EF4-FFF2-40B4-BE49-F238E27FC236}">
                <a16:creationId xmlns:a16="http://schemas.microsoft.com/office/drawing/2014/main" id="{A0ED1152-5188-298A-D8D1-120BD88AFB5E}"/>
              </a:ext>
            </a:extLst>
          </p:cNvPr>
          <p:cNvSpPr txBox="1"/>
          <p:nvPr/>
        </p:nvSpPr>
        <p:spPr>
          <a:xfrm>
            <a:off x="3170018" y="1903654"/>
            <a:ext cx="2226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Nessus REST API</a:t>
            </a:r>
          </a:p>
          <a:p>
            <a:pPr algn="ctr"/>
            <a:r>
              <a:rPr lang="en-US" altLang="zh-TW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(GET):</a:t>
            </a:r>
            <a:r>
              <a:rPr lang="zh-TW" altLang="en-US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下載報告</a:t>
            </a:r>
            <a:r>
              <a:rPr lang="en-US" altLang="zh-TW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</a:p>
        </p:txBody>
      </p:sp>
      <p:pic>
        <p:nvPicPr>
          <p:cNvPr id="1050" name="圖形 1049" descr="徽章 10 外框">
            <a:extLst>
              <a:ext uri="{FF2B5EF4-FFF2-40B4-BE49-F238E27FC236}">
                <a16:creationId xmlns:a16="http://schemas.microsoft.com/office/drawing/2014/main" id="{A58456B7-923B-461A-02D9-A2434A9FD5E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76320" y="4330812"/>
            <a:ext cx="339786" cy="339786"/>
          </a:xfrm>
          <a:prstGeom prst="rect">
            <a:avLst/>
          </a:prstGeom>
        </p:spPr>
      </p:pic>
      <p:grpSp>
        <p:nvGrpSpPr>
          <p:cNvPr id="1056" name="群組 1055">
            <a:extLst>
              <a:ext uri="{FF2B5EF4-FFF2-40B4-BE49-F238E27FC236}">
                <a16:creationId xmlns:a16="http://schemas.microsoft.com/office/drawing/2014/main" id="{1FB9C3D1-E7FA-2F38-4D75-61163DA492AF}"/>
              </a:ext>
            </a:extLst>
          </p:cNvPr>
          <p:cNvGrpSpPr/>
          <p:nvPr/>
        </p:nvGrpSpPr>
        <p:grpSpPr>
          <a:xfrm>
            <a:off x="4661554" y="2820318"/>
            <a:ext cx="1442902" cy="584775"/>
            <a:chOff x="4994680" y="2808202"/>
            <a:chExt cx="1442902" cy="584775"/>
          </a:xfrm>
        </p:grpSpPr>
        <p:sp>
          <p:nvSpPr>
            <p:cNvPr id="1051" name="矩形 1050">
              <a:extLst>
                <a:ext uri="{FF2B5EF4-FFF2-40B4-BE49-F238E27FC236}">
                  <a16:creationId xmlns:a16="http://schemas.microsoft.com/office/drawing/2014/main" id="{0461F66F-B75F-F789-B357-849243D3B2A0}"/>
                </a:ext>
              </a:extLst>
            </p:cNvPr>
            <p:cNvSpPr/>
            <p:nvPr/>
          </p:nvSpPr>
          <p:spPr>
            <a:xfrm>
              <a:off x="5026684" y="2849649"/>
              <a:ext cx="1378895" cy="52322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n>
                  <a:solidFill>
                    <a:schemeClr val="tx1"/>
                  </a:solidFill>
                  <a:prstDash val="sysDash"/>
                </a:ln>
              </a:endParaRPr>
            </a:p>
          </p:txBody>
        </p:sp>
        <p:sp>
          <p:nvSpPr>
            <p:cNvPr id="1055" name="文字方塊 1054">
              <a:extLst>
                <a:ext uri="{FF2B5EF4-FFF2-40B4-BE49-F238E27FC236}">
                  <a16:creationId xmlns:a16="http://schemas.microsoft.com/office/drawing/2014/main" id="{889748FF-CE83-BC40-AF20-E44BF70E9EF4}"/>
                </a:ext>
              </a:extLst>
            </p:cNvPr>
            <p:cNvSpPr txBox="1"/>
            <p:nvPr/>
          </p:nvSpPr>
          <p:spPr>
            <a:xfrm>
              <a:off x="4994680" y="2808202"/>
              <a:ext cx="144290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持續監聽腳本</a:t>
              </a:r>
              <a:endPara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16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(Python)</a:t>
              </a:r>
              <a:endPara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cxnSp>
        <p:nvCxnSpPr>
          <p:cNvPr id="1057" name="直線單箭頭接點 1056">
            <a:extLst>
              <a:ext uri="{FF2B5EF4-FFF2-40B4-BE49-F238E27FC236}">
                <a16:creationId xmlns:a16="http://schemas.microsoft.com/office/drawing/2014/main" id="{097091FC-0560-64D5-78B3-EE61EF08A1F9}"/>
              </a:ext>
            </a:extLst>
          </p:cNvPr>
          <p:cNvCxnSpPr>
            <a:cxnSpLocks/>
            <a:stCxn id="1055" idx="2"/>
          </p:cNvCxnSpPr>
          <p:nvPr/>
        </p:nvCxnSpPr>
        <p:spPr>
          <a:xfrm>
            <a:off x="5383005" y="3405093"/>
            <a:ext cx="0" cy="1122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6" name="直線單箭頭接點 1065">
            <a:extLst>
              <a:ext uri="{FF2B5EF4-FFF2-40B4-BE49-F238E27FC236}">
                <a16:creationId xmlns:a16="http://schemas.microsoft.com/office/drawing/2014/main" id="{E1F1BC94-7974-5FC3-662C-1322FEB82D9D}"/>
              </a:ext>
            </a:extLst>
          </p:cNvPr>
          <p:cNvCxnSpPr>
            <a:cxnSpLocks/>
          </p:cNvCxnSpPr>
          <p:nvPr/>
        </p:nvCxnSpPr>
        <p:spPr>
          <a:xfrm flipV="1">
            <a:off x="7094376" y="2106005"/>
            <a:ext cx="0" cy="978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4" name="直線接點 1073">
            <a:extLst>
              <a:ext uri="{FF2B5EF4-FFF2-40B4-BE49-F238E27FC236}">
                <a16:creationId xmlns:a16="http://schemas.microsoft.com/office/drawing/2014/main" id="{4857D9CF-151A-E717-41B9-749041F5336B}"/>
              </a:ext>
            </a:extLst>
          </p:cNvPr>
          <p:cNvCxnSpPr>
            <a:cxnSpLocks/>
          </p:cNvCxnSpPr>
          <p:nvPr/>
        </p:nvCxnSpPr>
        <p:spPr>
          <a:xfrm flipV="1">
            <a:off x="6059056" y="3079961"/>
            <a:ext cx="1035320" cy="111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8" name="文字方塊 1077">
            <a:extLst>
              <a:ext uri="{FF2B5EF4-FFF2-40B4-BE49-F238E27FC236}">
                <a16:creationId xmlns:a16="http://schemas.microsoft.com/office/drawing/2014/main" id="{C78FBABF-B50D-FE2C-77F9-8E5CE8EE1FDD}"/>
              </a:ext>
            </a:extLst>
          </p:cNvPr>
          <p:cNvSpPr txBox="1"/>
          <p:nvPr/>
        </p:nvSpPr>
        <p:spPr>
          <a:xfrm>
            <a:off x="5996394" y="2825816"/>
            <a:ext cx="17036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觸發掃描</a:t>
            </a:r>
            <a:endParaRPr lang="en-US" altLang="zh-TW" sz="1400" b="1" dirty="0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(Nessus REST API)</a:t>
            </a:r>
          </a:p>
        </p:txBody>
      </p:sp>
      <p:sp>
        <p:nvSpPr>
          <p:cNvPr id="1081" name="文字方塊 1080">
            <a:extLst>
              <a:ext uri="{FF2B5EF4-FFF2-40B4-BE49-F238E27FC236}">
                <a16:creationId xmlns:a16="http://schemas.microsoft.com/office/drawing/2014/main" id="{68C7BB94-6769-114E-7923-C7D15B682ED8}"/>
              </a:ext>
            </a:extLst>
          </p:cNvPr>
          <p:cNvSpPr txBox="1"/>
          <p:nvPr/>
        </p:nvSpPr>
        <p:spPr>
          <a:xfrm>
            <a:off x="4535658" y="3721486"/>
            <a:ext cx="9104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請求讀取</a:t>
            </a:r>
            <a:endParaRPr lang="en-US" altLang="zh-TW" sz="1400" b="1" dirty="0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35508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手繪多邊形: 圖案 34">
            <a:extLst>
              <a:ext uri="{FF2B5EF4-FFF2-40B4-BE49-F238E27FC236}">
                <a16:creationId xmlns:a16="http://schemas.microsoft.com/office/drawing/2014/main" id="{7B785C05-1A62-C283-CDB4-D683AE41A2FD}"/>
              </a:ext>
            </a:extLst>
          </p:cNvPr>
          <p:cNvSpPr/>
          <p:nvPr/>
        </p:nvSpPr>
        <p:spPr>
          <a:xfrm>
            <a:off x="6339218" y="2874636"/>
            <a:ext cx="2419607" cy="438571"/>
          </a:xfrm>
          <a:custGeom>
            <a:avLst/>
            <a:gdLst>
              <a:gd name="connsiteX0" fmla="*/ 520256 w 1364742"/>
              <a:gd name="connsiteY0" fmla="*/ 381000 h 381000"/>
              <a:gd name="connsiteX1" fmla="*/ 34671 w 1364742"/>
              <a:gd name="connsiteY1" fmla="*/ 381000 h 381000"/>
              <a:gd name="connsiteX2" fmla="*/ 14574 w 1364742"/>
              <a:gd name="connsiteY2" fmla="*/ 337471 h 381000"/>
              <a:gd name="connsiteX3" fmla="*/ 264700 w 1364742"/>
              <a:gd name="connsiteY3" fmla="*/ 43529 h 381000"/>
              <a:gd name="connsiteX4" fmla="*/ 358902 w 1364742"/>
              <a:gd name="connsiteY4" fmla="*/ 0 h 381000"/>
              <a:gd name="connsiteX5" fmla="*/ 1330071 w 1364742"/>
              <a:gd name="connsiteY5" fmla="*/ 0 h 381000"/>
              <a:gd name="connsiteX6" fmla="*/ 1350169 w 1364742"/>
              <a:gd name="connsiteY6" fmla="*/ 43529 h 381000"/>
              <a:gd name="connsiteX7" fmla="*/ 1100043 w 1364742"/>
              <a:gd name="connsiteY7" fmla="*/ 337471 h 381000"/>
              <a:gd name="connsiteX8" fmla="*/ 1005840 w 1364742"/>
              <a:gd name="connsiteY8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4742" h="381000">
                <a:moveTo>
                  <a:pt x="520256" y="381000"/>
                </a:moveTo>
                <a:lnTo>
                  <a:pt x="34671" y="381000"/>
                </a:lnTo>
                <a:cubicBezTo>
                  <a:pt x="-3429" y="381000"/>
                  <a:pt x="-10128" y="366490"/>
                  <a:pt x="14574" y="337471"/>
                </a:cubicBezTo>
                <a:lnTo>
                  <a:pt x="264700" y="43529"/>
                </a:lnTo>
                <a:cubicBezTo>
                  <a:pt x="289402" y="14510"/>
                  <a:pt x="320802" y="0"/>
                  <a:pt x="358902" y="0"/>
                </a:cubicBezTo>
                <a:lnTo>
                  <a:pt x="1330071" y="0"/>
                </a:lnTo>
                <a:cubicBezTo>
                  <a:pt x="1368171" y="0"/>
                  <a:pt x="1374871" y="14510"/>
                  <a:pt x="1350169" y="43529"/>
                </a:cubicBezTo>
                <a:lnTo>
                  <a:pt x="1100043" y="337471"/>
                </a:lnTo>
                <a:cubicBezTo>
                  <a:pt x="1075341" y="366490"/>
                  <a:pt x="1043940" y="381000"/>
                  <a:pt x="1005840" y="38100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TW"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ChatBox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輸入訊息</a:t>
            </a:r>
          </a:p>
        </p:txBody>
      </p:sp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BDBB92F0-E769-E538-B579-633C105985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893326"/>
              </p:ext>
            </p:extLst>
          </p:nvPr>
        </p:nvGraphicFramePr>
        <p:xfrm>
          <a:off x="2032000" y="719138"/>
          <a:ext cx="8128000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0" imgH="0" progId="Package">
                  <p:embed/>
                </p:oleObj>
              </mc:Choice>
              <mc:Fallback>
                <p:oleObj name="封裝程式殼層物件" showAsIcon="1" r:id="rId2" imgW="0" imgH="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/>
                    <p:spPr>
                      <a:xfrm>
                        <a:off x="2032000" y="719138"/>
                        <a:ext cx="8128000" cy="5418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2" name="手繪多邊形: 圖案 1181">
            <a:extLst>
              <a:ext uri="{FF2B5EF4-FFF2-40B4-BE49-F238E27FC236}">
                <a16:creationId xmlns:a16="http://schemas.microsoft.com/office/drawing/2014/main" id="{88B9DFB1-6A55-AC75-D357-0AAB38F5DF76}"/>
              </a:ext>
            </a:extLst>
          </p:cNvPr>
          <p:cNvSpPr/>
          <p:nvPr/>
        </p:nvSpPr>
        <p:spPr>
          <a:xfrm>
            <a:off x="405569" y="3662431"/>
            <a:ext cx="2424082" cy="446435"/>
          </a:xfrm>
          <a:custGeom>
            <a:avLst/>
            <a:gdLst>
              <a:gd name="connsiteX0" fmla="*/ 1386840 w 1409700"/>
              <a:gd name="connsiteY0" fmla="*/ 0 h 381000"/>
              <a:gd name="connsiteX1" fmla="*/ 1409700 w 1409700"/>
              <a:gd name="connsiteY1" fmla="*/ 22860 h 381000"/>
              <a:gd name="connsiteX2" fmla="*/ 1409700 w 1409700"/>
              <a:gd name="connsiteY2" fmla="*/ 358140 h 381000"/>
              <a:gd name="connsiteX3" fmla="*/ 1386840 w 1409700"/>
              <a:gd name="connsiteY3" fmla="*/ 381000 h 381000"/>
              <a:gd name="connsiteX4" fmla="*/ 22860 w 1409700"/>
              <a:gd name="connsiteY4" fmla="*/ 381000 h 381000"/>
              <a:gd name="connsiteX5" fmla="*/ 0 w 1409700"/>
              <a:gd name="connsiteY5" fmla="*/ 358140 h 381000"/>
              <a:gd name="connsiteX6" fmla="*/ 0 w 1409700"/>
              <a:gd name="connsiteY6" fmla="*/ 22860 h 381000"/>
              <a:gd name="connsiteX7" fmla="*/ 22860 w 14097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09700" h="381000">
                <a:moveTo>
                  <a:pt x="1386840" y="0"/>
                </a:moveTo>
                <a:cubicBezTo>
                  <a:pt x="1399465" y="0"/>
                  <a:pt x="1409700" y="10235"/>
                  <a:pt x="1409700" y="22860"/>
                </a:cubicBezTo>
                <a:lnTo>
                  <a:pt x="1409700" y="358140"/>
                </a:lnTo>
                <a:cubicBezTo>
                  <a:pt x="1409700" y="370765"/>
                  <a:pt x="1399465" y="381000"/>
                  <a:pt x="1386840" y="381000"/>
                </a:cubicBezTo>
                <a:lnTo>
                  <a:pt x="22860" y="381000"/>
                </a:lnTo>
                <a:cubicBezTo>
                  <a:pt x="10235" y="381000"/>
                  <a:pt x="0" y="370765"/>
                  <a:pt x="0" y="358140"/>
                </a:cubicBezTo>
                <a:lnTo>
                  <a:pt x="0" y="22860"/>
                </a:lnTo>
                <a:cubicBezTo>
                  <a:pt x="0" y="10235"/>
                  <a:pt x="10235" y="0"/>
                  <a:pt x="22860" y="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點擊「載入本地模型」</a:t>
            </a:r>
          </a:p>
        </p:txBody>
      </p:sp>
      <p:sp>
        <p:nvSpPr>
          <p:cNvPr id="1183" name="手繪多邊形: 圖案 1182">
            <a:extLst>
              <a:ext uri="{FF2B5EF4-FFF2-40B4-BE49-F238E27FC236}">
                <a16:creationId xmlns:a16="http://schemas.microsoft.com/office/drawing/2014/main" id="{C431BD73-6CAE-6D3E-6297-EAA867CF668A}"/>
              </a:ext>
            </a:extLst>
          </p:cNvPr>
          <p:cNvSpPr/>
          <p:nvPr/>
        </p:nvSpPr>
        <p:spPr>
          <a:xfrm>
            <a:off x="405569" y="4454853"/>
            <a:ext cx="2424082" cy="658492"/>
          </a:xfrm>
          <a:custGeom>
            <a:avLst/>
            <a:gdLst>
              <a:gd name="connsiteX0" fmla="*/ 704850 w 1409700"/>
              <a:gd name="connsiteY0" fmla="*/ 0 h 561975"/>
              <a:gd name="connsiteX1" fmla="*/ 1409700 w 1409700"/>
              <a:gd name="connsiteY1" fmla="*/ 280988 h 561975"/>
              <a:gd name="connsiteX2" fmla="*/ 704850 w 1409700"/>
              <a:gd name="connsiteY2" fmla="*/ 561975 h 561975"/>
              <a:gd name="connsiteX3" fmla="*/ 0 w 1409700"/>
              <a:gd name="connsiteY3" fmla="*/ 280988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9700" h="561975">
                <a:moveTo>
                  <a:pt x="704850" y="0"/>
                </a:moveTo>
                <a:lnTo>
                  <a:pt x="1409700" y="280988"/>
                </a:lnTo>
                <a:lnTo>
                  <a:pt x="704850" y="561975"/>
                </a:lnTo>
                <a:lnTo>
                  <a:pt x="0" y="280988"/>
                </a:ln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模型路徑存在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85" name="手繪多邊形: 圖案 1184">
            <a:extLst>
              <a:ext uri="{FF2B5EF4-FFF2-40B4-BE49-F238E27FC236}">
                <a16:creationId xmlns:a16="http://schemas.microsoft.com/office/drawing/2014/main" id="{7BF22BF0-D0F3-A472-6970-C0E0CA969D99}"/>
              </a:ext>
            </a:extLst>
          </p:cNvPr>
          <p:cNvSpPr/>
          <p:nvPr/>
        </p:nvSpPr>
        <p:spPr>
          <a:xfrm>
            <a:off x="405569" y="5358884"/>
            <a:ext cx="2424082" cy="446435"/>
          </a:xfrm>
          <a:custGeom>
            <a:avLst/>
            <a:gdLst>
              <a:gd name="connsiteX0" fmla="*/ 1386840 w 1409700"/>
              <a:gd name="connsiteY0" fmla="*/ 0 h 381000"/>
              <a:gd name="connsiteX1" fmla="*/ 1409700 w 1409700"/>
              <a:gd name="connsiteY1" fmla="*/ 22860 h 381000"/>
              <a:gd name="connsiteX2" fmla="*/ 1409700 w 1409700"/>
              <a:gd name="connsiteY2" fmla="*/ 358140 h 381000"/>
              <a:gd name="connsiteX3" fmla="*/ 1386840 w 1409700"/>
              <a:gd name="connsiteY3" fmla="*/ 381000 h 381000"/>
              <a:gd name="connsiteX4" fmla="*/ 22860 w 1409700"/>
              <a:gd name="connsiteY4" fmla="*/ 381000 h 381000"/>
              <a:gd name="connsiteX5" fmla="*/ 0 w 1409700"/>
              <a:gd name="connsiteY5" fmla="*/ 358140 h 381000"/>
              <a:gd name="connsiteX6" fmla="*/ 0 w 1409700"/>
              <a:gd name="connsiteY6" fmla="*/ 22860 h 381000"/>
              <a:gd name="connsiteX7" fmla="*/ 22860 w 14097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09700" h="381000">
                <a:moveTo>
                  <a:pt x="1386840" y="0"/>
                </a:moveTo>
                <a:cubicBezTo>
                  <a:pt x="1399465" y="0"/>
                  <a:pt x="1409700" y="10235"/>
                  <a:pt x="1409700" y="22860"/>
                </a:cubicBezTo>
                <a:lnTo>
                  <a:pt x="1409700" y="358140"/>
                </a:lnTo>
                <a:cubicBezTo>
                  <a:pt x="1409700" y="370765"/>
                  <a:pt x="1399465" y="381000"/>
                  <a:pt x="1386840" y="381000"/>
                </a:cubicBezTo>
                <a:lnTo>
                  <a:pt x="22860" y="381000"/>
                </a:lnTo>
                <a:cubicBezTo>
                  <a:pt x="10235" y="381000"/>
                  <a:pt x="0" y="370765"/>
                  <a:pt x="0" y="358140"/>
                </a:cubicBezTo>
                <a:lnTo>
                  <a:pt x="0" y="22860"/>
                </a:lnTo>
                <a:cubicBezTo>
                  <a:pt x="0" y="10235"/>
                  <a:pt x="10235" y="0"/>
                  <a:pt x="22860" y="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模型不存在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載入失敗</a:t>
            </a:r>
          </a:p>
        </p:txBody>
      </p:sp>
      <p:sp>
        <p:nvSpPr>
          <p:cNvPr id="1186" name="手繪多邊形: 圖案 1185">
            <a:extLst>
              <a:ext uri="{FF2B5EF4-FFF2-40B4-BE49-F238E27FC236}">
                <a16:creationId xmlns:a16="http://schemas.microsoft.com/office/drawing/2014/main" id="{A70CF887-E0DA-BFE3-61FB-1C195ECFED92}"/>
              </a:ext>
            </a:extLst>
          </p:cNvPr>
          <p:cNvSpPr/>
          <p:nvPr/>
        </p:nvSpPr>
        <p:spPr>
          <a:xfrm>
            <a:off x="405569" y="6050859"/>
            <a:ext cx="2424082" cy="446435"/>
          </a:xfrm>
          <a:custGeom>
            <a:avLst/>
            <a:gdLst>
              <a:gd name="connsiteX0" fmla="*/ 431578 w 1409700"/>
              <a:gd name="connsiteY0" fmla="*/ 0 h 381000"/>
              <a:gd name="connsiteX1" fmla="*/ 978122 w 1409700"/>
              <a:gd name="connsiteY1" fmla="*/ 0 h 381000"/>
              <a:gd name="connsiteX2" fmla="*/ 1409700 w 1409700"/>
              <a:gd name="connsiteY2" fmla="*/ 190500 h 381000"/>
              <a:gd name="connsiteX3" fmla="*/ 978122 w 1409700"/>
              <a:gd name="connsiteY3" fmla="*/ 381000 h 381000"/>
              <a:gd name="connsiteX4" fmla="*/ 431578 w 1409700"/>
              <a:gd name="connsiteY4" fmla="*/ 381000 h 381000"/>
              <a:gd name="connsiteX5" fmla="*/ 0 w 1409700"/>
              <a:gd name="connsiteY5" fmla="*/ 190500 h 381000"/>
              <a:gd name="connsiteX6" fmla="*/ 431578 w 1409700"/>
              <a:gd name="connsiteY6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09700" h="381000">
                <a:moveTo>
                  <a:pt x="431578" y="0"/>
                </a:moveTo>
                <a:lnTo>
                  <a:pt x="978122" y="0"/>
                </a:lnTo>
                <a:cubicBezTo>
                  <a:pt x="1216533" y="0"/>
                  <a:pt x="1409700" y="85249"/>
                  <a:pt x="1409700" y="190500"/>
                </a:cubicBezTo>
                <a:cubicBezTo>
                  <a:pt x="1409700" y="295751"/>
                  <a:pt x="1216533" y="381000"/>
                  <a:pt x="978122" y="381000"/>
                </a:cubicBezTo>
                <a:lnTo>
                  <a:pt x="431578" y="381000"/>
                </a:lnTo>
                <a:cubicBezTo>
                  <a:pt x="193167" y="381000"/>
                  <a:pt x="0" y="295751"/>
                  <a:pt x="0" y="190500"/>
                </a:cubicBezTo>
                <a:cubicBezTo>
                  <a:pt x="0" y="85249"/>
                  <a:pt x="193167" y="0"/>
                  <a:pt x="431578" y="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結束</a:t>
            </a:r>
          </a:p>
        </p:txBody>
      </p:sp>
      <p:sp>
        <p:nvSpPr>
          <p:cNvPr id="1187" name="手繪多邊形: 圖案 1186">
            <a:extLst>
              <a:ext uri="{FF2B5EF4-FFF2-40B4-BE49-F238E27FC236}">
                <a16:creationId xmlns:a16="http://schemas.microsoft.com/office/drawing/2014/main" id="{DF385881-C7FC-07FB-BA31-D7FF52359E53}"/>
              </a:ext>
            </a:extLst>
          </p:cNvPr>
          <p:cNvSpPr/>
          <p:nvPr/>
        </p:nvSpPr>
        <p:spPr>
          <a:xfrm>
            <a:off x="3370156" y="2870009"/>
            <a:ext cx="2424082" cy="446435"/>
          </a:xfrm>
          <a:custGeom>
            <a:avLst/>
            <a:gdLst>
              <a:gd name="connsiteX0" fmla="*/ 1386840 w 1409700"/>
              <a:gd name="connsiteY0" fmla="*/ 0 h 381000"/>
              <a:gd name="connsiteX1" fmla="*/ 1409700 w 1409700"/>
              <a:gd name="connsiteY1" fmla="*/ 22860 h 381000"/>
              <a:gd name="connsiteX2" fmla="*/ 1409700 w 1409700"/>
              <a:gd name="connsiteY2" fmla="*/ 358140 h 381000"/>
              <a:gd name="connsiteX3" fmla="*/ 1386840 w 1409700"/>
              <a:gd name="connsiteY3" fmla="*/ 381000 h 381000"/>
              <a:gd name="connsiteX4" fmla="*/ 22860 w 1409700"/>
              <a:gd name="connsiteY4" fmla="*/ 381000 h 381000"/>
              <a:gd name="connsiteX5" fmla="*/ 0 w 1409700"/>
              <a:gd name="connsiteY5" fmla="*/ 358140 h 381000"/>
              <a:gd name="connsiteX6" fmla="*/ 0 w 1409700"/>
              <a:gd name="connsiteY6" fmla="*/ 22860 h 381000"/>
              <a:gd name="connsiteX7" fmla="*/ 22860 w 14097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09700" h="381000">
                <a:moveTo>
                  <a:pt x="1386840" y="0"/>
                </a:moveTo>
                <a:cubicBezTo>
                  <a:pt x="1399465" y="0"/>
                  <a:pt x="1409700" y="10235"/>
                  <a:pt x="1409700" y="22860"/>
                </a:cubicBezTo>
                <a:lnTo>
                  <a:pt x="1409700" y="358140"/>
                </a:lnTo>
                <a:cubicBezTo>
                  <a:pt x="1409700" y="370765"/>
                  <a:pt x="1399465" y="381000"/>
                  <a:pt x="1386840" y="381000"/>
                </a:cubicBezTo>
                <a:lnTo>
                  <a:pt x="22860" y="381000"/>
                </a:lnTo>
                <a:cubicBezTo>
                  <a:pt x="10235" y="381000"/>
                  <a:pt x="0" y="370765"/>
                  <a:pt x="0" y="358140"/>
                </a:cubicBezTo>
                <a:lnTo>
                  <a:pt x="0" y="22860"/>
                </a:lnTo>
                <a:cubicBezTo>
                  <a:pt x="0" y="10235"/>
                  <a:pt x="10235" y="0"/>
                  <a:pt x="22860" y="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模型載入成功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初始化</a:t>
            </a:r>
          </a:p>
        </p:txBody>
      </p:sp>
      <p:sp>
        <p:nvSpPr>
          <p:cNvPr id="1188" name="手繪多邊形: 圖案 1187">
            <a:extLst>
              <a:ext uri="{FF2B5EF4-FFF2-40B4-BE49-F238E27FC236}">
                <a16:creationId xmlns:a16="http://schemas.microsoft.com/office/drawing/2014/main" id="{C098EAB4-B3AA-487C-BAFC-1037AD8C3D2D}"/>
              </a:ext>
            </a:extLst>
          </p:cNvPr>
          <p:cNvSpPr/>
          <p:nvPr/>
        </p:nvSpPr>
        <p:spPr>
          <a:xfrm>
            <a:off x="3370156" y="3556402"/>
            <a:ext cx="2424082" cy="658492"/>
          </a:xfrm>
          <a:custGeom>
            <a:avLst/>
            <a:gdLst>
              <a:gd name="connsiteX0" fmla="*/ 704850 w 1409700"/>
              <a:gd name="connsiteY0" fmla="*/ 0 h 561975"/>
              <a:gd name="connsiteX1" fmla="*/ 1409700 w 1409700"/>
              <a:gd name="connsiteY1" fmla="*/ 280988 h 561975"/>
              <a:gd name="connsiteX2" fmla="*/ 704850 w 1409700"/>
              <a:gd name="connsiteY2" fmla="*/ 561975 h 561975"/>
              <a:gd name="connsiteX3" fmla="*/ 0 w 1409700"/>
              <a:gd name="connsiteY3" fmla="*/ 280988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9700" h="561975">
                <a:moveTo>
                  <a:pt x="704850" y="0"/>
                </a:moveTo>
                <a:lnTo>
                  <a:pt x="1409700" y="280988"/>
                </a:lnTo>
                <a:lnTo>
                  <a:pt x="704850" y="561975"/>
                </a:lnTo>
                <a:lnTo>
                  <a:pt x="0" y="280988"/>
                </a:ln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是否載入檔案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90" name="手繪多邊形: 圖案 1189">
            <a:extLst>
              <a:ext uri="{FF2B5EF4-FFF2-40B4-BE49-F238E27FC236}">
                <a16:creationId xmlns:a16="http://schemas.microsoft.com/office/drawing/2014/main" id="{B768A4F0-6C40-99FF-3C64-35202F398B64}"/>
              </a:ext>
            </a:extLst>
          </p:cNvPr>
          <p:cNvSpPr/>
          <p:nvPr/>
        </p:nvSpPr>
        <p:spPr>
          <a:xfrm>
            <a:off x="3370156" y="5358884"/>
            <a:ext cx="2424082" cy="446435"/>
          </a:xfrm>
          <a:custGeom>
            <a:avLst/>
            <a:gdLst>
              <a:gd name="connsiteX0" fmla="*/ 1386840 w 1409700"/>
              <a:gd name="connsiteY0" fmla="*/ 0 h 381000"/>
              <a:gd name="connsiteX1" fmla="*/ 1409700 w 1409700"/>
              <a:gd name="connsiteY1" fmla="*/ 22860 h 381000"/>
              <a:gd name="connsiteX2" fmla="*/ 1409700 w 1409700"/>
              <a:gd name="connsiteY2" fmla="*/ 358140 h 381000"/>
              <a:gd name="connsiteX3" fmla="*/ 1386840 w 1409700"/>
              <a:gd name="connsiteY3" fmla="*/ 381000 h 381000"/>
              <a:gd name="connsiteX4" fmla="*/ 22860 w 1409700"/>
              <a:gd name="connsiteY4" fmla="*/ 381000 h 381000"/>
              <a:gd name="connsiteX5" fmla="*/ 0 w 1409700"/>
              <a:gd name="connsiteY5" fmla="*/ 358140 h 381000"/>
              <a:gd name="connsiteX6" fmla="*/ 0 w 1409700"/>
              <a:gd name="connsiteY6" fmla="*/ 22860 h 381000"/>
              <a:gd name="connsiteX7" fmla="*/ 22860 w 14097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09700" h="381000">
                <a:moveTo>
                  <a:pt x="1386840" y="0"/>
                </a:moveTo>
                <a:cubicBezTo>
                  <a:pt x="1399465" y="0"/>
                  <a:pt x="1409700" y="10235"/>
                  <a:pt x="1409700" y="22860"/>
                </a:cubicBezTo>
                <a:lnTo>
                  <a:pt x="1409700" y="358140"/>
                </a:lnTo>
                <a:cubicBezTo>
                  <a:pt x="1409700" y="370765"/>
                  <a:pt x="1399465" y="381000"/>
                  <a:pt x="1386840" y="381000"/>
                </a:cubicBezTo>
                <a:lnTo>
                  <a:pt x="22860" y="381000"/>
                </a:lnTo>
                <a:cubicBezTo>
                  <a:pt x="10235" y="381000"/>
                  <a:pt x="0" y="370765"/>
                  <a:pt x="0" y="358140"/>
                </a:cubicBezTo>
                <a:lnTo>
                  <a:pt x="0" y="22860"/>
                </a:lnTo>
                <a:cubicBezTo>
                  <a:pt x="0" y="10235"/>
                  <a:pt x="10235" y="0"/>
                  <a:pt x="22860" y="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顯示檔案狀態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頁數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字元數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91" name="手繪多邊形: 圖案 1190">
            <a:extLst>
              <a:ext uri="{FF2B5EF4-FFF2-40B4-BE49-F238E27FC236}">
                <a16:creationId xmlns:a16="http://schemas.microsoft.com/office/drawing/2014/main" id="{9D8872D3-E27F-46CF-928A-6BFD55D57020}"/>
              </a:ext>
            </a:extLst>
          </p:cNvPr>
          <p:cNvSpPr/>
          <p:nvPr/>
        </p:nvSpPr>
        <p:spPr>
          <a:xfrm>
            <a:off x="3370156" y="6050859"/>
            <a:ext cx="2424082" cy="446435"/>
          </a:xfrm>
          <a:custGeom>
            <a:avLst/>
            <a:gdLst>
              <a:gd name="connsiteX0" fmla="*/ 1386840 w 1409700"/>
              <a:gd name="connsiteY0" fmla="*/ 0 h 381000"/>
              <a:gd name="connsiteX1" fmla="*/ 1409700 w 1409700"/>
              <a:gd name="connsiteY1" fmla="*/ 22860 h 381000"/>
              <a:gd name="connsiteX2" fmla="*/ 1409700 w 1409700"/>
              <a:gd name="connsiteY2" fmla="*/ 358140 h 381000"/>
              <a:gd name="connsiteX3" fmla="*/ 1386840 w 1409700"/>
              <a:gd name="connsiteY3" fmla="*/ 381000 h 381000"/>
              <a:gd name="connsiteX4" fmla="*/ 22860 w 1409700"/>
              <a:gd name="connsiteY4" fmla="*/ 381000 h 381000"/>
              <a:gd name="connsiteX5" fmla="*/ 0 w 1409700"/>
              <a:gd name="connsiteY5" fmla="*/ 358140 h 381000"/>
              <a:gd name="connsiteX6" fmla="*/ 0 w 1409700"/>
              <a:gd name="connsiteY6" fmla="*/ 22860 h 381000"/>
              <a:gd name="connsiteX7" fmla="*/ 22860 w 14097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09700" h="381000">
                <a:moveTo>
                  <a:pt x="1386840" y="0"/>
                </a:moveTo>
                <a:cubicBezTo>
                  <a:pt x="1399465" y="0"/>
                  <a:pt x="1409700" y="10235"/>
                  <a:pt x="1409700" y="22860"/>
                </a:cubicBezTo>
                <a:lnTo>
                  <a:pt x="1409700" y="358140"/>
                </a:lnTo>
                <a:cubicBezTo>
                  <a:pt x="1409700" y="370765"/>
                  <a:pt x="1399465" y="381000"/>
                  <a:pt x="1386840" y="381000"/>
                </a:cubicBezTo>
                <a:lnTo>
                  <a:pt x="22860" y="381000"/>
                </a:lnTo>
                <a:cubicBezTo>
                  <a:pt x="10235" y="381000"/>
                  <a:pt x="0" y="370765"/>
                  <a:pt x="0" y="358140"/>
                </a:cubicBezTo>
                <a:lnTo>
                  <a:pt x="0" y="22860"/>
                </a:lnTo>
                <a:cubicBezTo>
                  <a:pt x="0" y="10235"/>
                  <a:pt x="10235" y="0"/>
                  <a:pt x="22860" y="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開始對話</a:t>
            </a:r>
          </a:p>
        </p:txBody>
      </p:sp>
      <p:sp>
        <p:nvSpPr>
          <p:cNvPr id="1193" name="手繪多邊形: 圖案 1192">
            <a:extLst>
              <a:ext uri="{FF2B5EF4-FFF2-40B4-BE49-F238E27FC236}">
                <a16:creationId xmlns:a16="http://schemas.microsoft.com/office/drawing/2014/main" id="{8D6B3D03-DF4E-1CC3-1EE5-49040AF3B7A1}"/>
              </a:ext>
            </a:extLst>
          </p:cNvPr>
          <p:cNvSpPr/>
          <p:nvPr/>
        </p:nvSpPr>
        <p:spPr>
          <a:xfrm>
            <a:off x="6334743" y="3662431"/>
            <a:ext cx="2424082" cy="446435"/>
          </a:xfrm>
          <a:custGeom>
            <a:avLst/>
            <a:gdLst>
              <a:gd name="connsiteX0" fmla="*/ 1386840 w 1409700"/>
              <a:gd name="connsiteY0" fmla="*/ 0 h 381000"/>
              <a:gd name="connsiteX1" fmla="*/ 1409700 w 1409700"/>
              <a:gd name="connsiteY1" fmla="*/ 22860 h 381000"/>
              <a:gd name="connsiteX2" fmla="*/ 1409700 w 1409700"/>
              <a:gd name="connsiteY2" fmla="*/ 358140 h 381000"/>
              <a:gd name="connsiteX3" fmla="*/ 1386840 w 1409700"/>
              <a:gd name="connsiteY3" fmla="*/ 381000 h 381000"/>
              <a:gd name="connsiteX4" fmla="*/ 22860 w 1409700"/>
              <a:gd name="connsiteY4" fmla="*/ 381000 h 381000"/>
              <a:gd name="connsiteX5" fmla="*/ 0 w 1409700"/>
              <a:gd name="connsiteY5" fmla="*/ 358140 h 381000"/>
              <a:gd name="connsiteX6" fmla="*/ 0 w 1409700"/>
              <a:gd name="connsiteY6" fmla="*/ 22860 h 381000"/>
              <a:gd name="connsiteX7" fmla="*/ 22860 w 14097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09700" h="381000">
                <a:moveTo>
                  <a:pt x="1386840" y="0"/>
                </a:moveTo>
                <a:cubicBezTo>
                  <a:pt x="1399465" y="0"/>
                  <a:pt x="1409700" y="10235"/>
                  <a:pt x="1409700" y="22860"/>
                </a:cubicBezTo>
                <a:lnTo>
                  <a:pt x="1409700" y="358140"/>
                </a:lnTo>
                <a:cubicBezTo>
                  <a:pt x="1409700" y="370765"/>
                  <a:pt x="1399465" y="381000"/>
                  <a:pt x="1386840" y="381000"/>
                </a:cubicBezTo>
                <a:lnTo>
                  <a:pt x="22860" y="381000"/>
                </a:lnTo>
                <a:cubicBezTo>
                  <a:pt x="10235" y="381000"/>
                  <a:pt x="0" y="370765"/>
                  <a:pt x="0" y="358140"/>
                </a:cubicBezTo>
                <a:lnTo>
                  <a:pt x="0" y="22860"/>
                </a:lnTo>
                <a:cubicBezTo>
                  <a:pt x="0" y="10235"/>
                  <a:pt x="10235" y="0"/>
                  <a:pt x="22860" y="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送出訊息</a:t>
            </a:r>
          </a:p>
        </p:txBody>
      </p:sp>
      <p:sp>
        <p:nvSpPr>
          <p:cNvPr id="1194" name="手繪多邊形: 圖案 1193">
            <a:extLst>
              <a:ext uri="{FF2B5EF4-FFF2-40B4-BE49-F238E27FC236}">
                <a16:creationId xmlns:a16="http://schemas.microsoft.com/office/drawing/2014/main" id="{A615B693-AC3A-39A0-0CA4-32B6BBE1712A}"/>
              </a:ext>
            </a:extLst>
          </p:cNvPr>
          <p:cNvSpPr/>
          <p:nvPr/>
        </p:nvSpPr>
        <p:spPr>
          <a:xfrm>
            <a:off x="6334743" y="4555301"/>
            <a:ext cx="2424082" cy="446435"/>
          </a:xfrm>
          <a:custGeom>
            <a:avLst/>
            <a:gdLst>
              <a:gd name="connsiteX0" fmla="*/ 1386840 w 1409700"/>
              <a:gd name="connsiteY0" fmla="*/ 0 h 381000"/>
              <a:gd name="connsiteX1" fmla="*/ 1409700 w 1409700"/>
              <a:gd name="connsiteY1" fmla="*/ 22860 h 381000"/>
              <a:gd name="connsiteX2" fmla="*/ 1409700 w 1409700"/>
              <a:gd name="connsiteY2" fmla="*/ 358140 h 381000"/>
              <a:gd name="connsiteX3" fmla="*/ 1386840 w 1409700"/>
              <a:gd name="connsiteY3" fmla="*/ 381000 h 381000"/>
              <a:gd name="connsiteX4" fmla="*/ 22860 w 1409700"/>
              <a:gd name="connsiteY4" fmla="*/ 381000 h 381000"/>
              <a:gd name="connsiteX5" fmla="*/ 0 w 1409700"/>
              <a:gd name="connsiteY5" fmla="*/ 358140 h 381000"/>
              <a:gd name="connsiteX6" fmla="*/ 0 w 1409700"/>
              <a:gd name="connsiteY6" fmla="*/ 22860 h 381000"/>
              <a:gd name="connsiteX7" fmla="*/ 22860 w 14097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09700" h="381000">
                <a:moveTo>
                  <a:pt x="1386840" y="0"/>
                </a:moveTo>
                <a:cubicBezTo>
                  <a:pt x="1399465" y="0"/>
                  <a:pt x="1409700" y="10235"/>
                  <a:pt x="1409700" y="22860"/>
                </a:cubicBezTo>
                <a:lnTo>
                  <a:pt x="1409700" y="358140"/>
                </a:lnTo>
                <a:cubicBezTo>
                  <a:pt x="1409700" y="370765"/>
                  <a:pt x="1399465" y="381000"/>
                  <a:pt x="1386840" y="381000"/>
                </a:cubicBezTo>
                <a:lnTo>
                  <a:pt x="22860" y="381000"/>
                </a:lnTo>
                <a:cubicBezTo>
                  <a:pt x="10235" y="381000"/>
                  <a:pt x="0" y="370765"/>
                  <a:pt x="0" y="358140"/>
                </a:cubicBezTo>
                <a:lnTo>
                  <a:pt x="0" y="22860"/>
                </a:lnTo>
                <a:cubicBezTo>
                  <a:pt x="0" y="10235"/>
                  <a:pt x="10235" y="0"/>
                  <a:pt x="22860" y="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建立</a:t>
            </a:r>
            <a:r>
              <a:rPr lang="en-US" altLang="zh-TW"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Prpmpt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系統提示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本次訊息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/PDF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節錄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95" name="手繪多邊形: 圖案 1194">
            <a:extLst>
              <a:ext uri="{FF2B5EF4-FFF2-40B4-BE49-F238E27FC236}">
                <a16:creationId xmlns:a16="http://schemas.microsoft.com/office/drawing/2014/main" id="{898F036E-D763-8430-B8F8-2409DCE0AEE1}"/>
              </a:ext>
            </a:extLst>
          </p:cNvPr>
          <p:cNvSpPr/>
          <p:nvPr/>
        </p:nvSpPr>
        <p:spPr>
          <a:xfrm>
            <a:off x="6334743" y="5358884"/>
            <a:ext cx="2424082" cy="446435"/>
          </a:xfrm>
          <a:custGeom>
            <a:avLst/>
            <a:gdLst>
              <a:gd name="connsiteX0" fmla="*/ 1386840 w 1409700"/>
              <a:gd name="connsiteY0" fmla="*/ 0 h 381000"/>
              <a:gd name="connsiteX1" fmla="*/ 1409700 w 1409700"/>
              <a:gd name="connsiteY1" fmla="*/ 22860 h 381000"/>
              <a:gd name="connsiteX2" fmla="*/ 1409700 w 1409700"/>
              <a:gd name="connsiteY2" fmla="*/ 358140 h 381000"/>
              <a:gd name="connsiteX3" fmla="*/ 1386840 w 1409700"/>
              <a:gd name="connsiteY3" fmla="*/ 381000 h 381000"/>
              <a:gd name="connsiteX4" fmla="*/ 22860 w 1409700"/>
              <a:gd name="connsiteY4" fmla="*/ 381000 h 381000"/>
              <a:gd name="connsiteX5" fmla="*/ 0 w 1409700"/>
              <a:gd name="connsiteY5" fmla="*/ 358140 h 381000"/>
              <a:gd name="connsiteX6" fmla="*/ 0 w 1409700"/>
              <a:gd name="connsiteY6" fmla="*/ 22860 h 381000"/>
              <a:gd name="connsiteX7" fmla="*/ 22860 w 14097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09700" h="381000">
                <a:moveTo>
                  <a:pt x="1386840" y="0"/>
                </a:moveTo>
                <a:cubicBezTo>
                  <a:pt x="1399465" y="0"/>
                  <a:pt x="1409700" y="10235"/>
                  <a:pt x="1409700" y="22860"/>
                </a:cubicBezTo>
                <a:lnTo>
                  <a:pt x="1409700" y="358140"/>
                </a:lnTo>
                <a:cubicBezTo>
                  <a:pt x="1409700" y="370765"/>
                  <a:pt x="1399465" y="381000"/>
                  <a:pt x="1386840" y="381000"/>
                </a:cubicBezTo>
                <a:lnTo>
                  <a:pt x="22860" y="381000"/>
                </a:lnTo>
                <a:cubicBezTo>
                  <a:pt x="10235" y="381000"/>
                  <a:pt x="0" y="370765"/>
                  <a:pt x="0" y="358140"/>
                </a:cubicBezTo>
                <a:lnTo>
                  <a:pt x="0" y="22860"/>
                </a:lnTo>
                <a:cubicBezTo>
                  <a:pt x="0" y="10235"/>
                  <a:pt x="10235" y="0"/>
                  <a:pt x="22860" y="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開始流式生成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即時速度顯示</a:t>
            </a:r>
          </a:p>
        </p:txBody>
      </p:sp>
      <p:grpSp>
        <p:nvGrpSpPr>
          <p:cNvPr id="1196" name="圖形 1177">
            <a:extLst>
              <a:ext uri="{FF2B5EF4-FFF2-40B4-BE49-F238E27FC236}">
                <a16:creationId xmlns:a16="http://schemas.microsoft.com/office/drawing/2014/main" id="{42822614-33B8-689F-6948-B065C9632AEA}"/>
              </a:ext>
            </a:extLst>
          </p:cNvPr>
          <p:cNvGrpSpPr/>
          <p:nvPr/>
        </p:nvGrpSpPr>
        <p:grpSpPr>
          <a:xfrm>
            <a:off x="381000" y="2853267"/>
            <a:ext cx="16379" cy="11161"/>
            <a:chOff x="1384828" y="450322"/>
            <a:chExt cx="9525" cy="9525"/>
          </a:xfrm>
          <a:solidFill>
            <a:srgbClr val="000000"/>
          </a:solidFill>
        </p:grpSpPr>
      </p:grpSp>
      <p:sp>
        <p:nvSpPr>
          <p:cNvPr id="1197" name="手繪多邊形: 圖案 1196">
            <a:extLst>
              <a:ext uri="{FF2B5EF4-FFF2-40B4-BE49-F238E27FC236}">
                <a16:creationId xmlns:a16="http://schemas.microsoft.com/office/drawing/2014/main" id="{2D0CCE68-5D39-C7A5-D8BA-08F5D1966EF7}"/>
              </a:ext>
            </a:extLst>
          </p:cNvPr>
          <p:cNvSpPr/>
          <p:nvPr/>
        </p:nvSpPr>
        <p:spPr>
          <a:xfrm>
            <a:off x="6334743" y="5944830"/>
            <a:ext cx="2424082" cy="658492"/>
          </a:xfrm>
          <a:custGeom>
            <a:avLst/>
            <a:gdLst>
              <a:gd name="connsiteX0" fmla="*/ 704850 w 1409700"/>
              <a:gd name="connsiteY0" fmla="*/ 0 h 561975"/>
              <a:gd name="connsiteX1" fmla="*/ 1409700 w 1409700"/>
              <a:gd name="connsiteY1" fmla="*/ 280988 h 561975"/>
              <a:gd name="connsiteX2" fmla="*/ 704850 w 1409700"/>
              <a:gd name="connsiteY2" fmla="*/ 561975 h 561975"/>
              <a:gd name="connsiteX3" fmla="*/ 0 w 1409700"/>
              <a:gd name="connsiteY3" fmla="*/ 280988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9700" h="561975">
                <a:moveTo>
                  <a:pt x="704850" y="0"/>
                </a:moveTo>
                <a:lnTo>
                  <a:pt x="1409700" y="280988"/>
                </a:lnTo>
                <a:lnTo>
                  <a:pt x="704850" y="561975"/>
                </a:lnTo>
                <a:lnTo>
                  <a:pt x="0" y="280988"/>
                </a:ln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使用者按停止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98" name="手繪多邊形: 圖案 1197">
            <a:extLst>
              <a:ext uri="{FF2B5EF4-FFF2-40B4-BE49-F238E27FC236}">
                <a16:creationId xmlns:a16="http://schemas.microsoft.com/office/drawing/2014/main" id="{2A619AFD-4634-A5AD-C9CB-C87BF58F907D}"/>
              </a:ext>
            </a:extLst>
          </p:cNvPr>
          <p:cNvSpPr/>
          <p:nvPr/>
        </p:nvSpPr>
        <p:spPr>
          <a:xfrm>
            <a:off x="9305063" y="6008726"/>
            <a:ext cx="2424082" cy="446435"/>
          </a:xfrm>
          <a:custGeom>
            <a:avLst/>
            <a:gdLst>
              <a:gd name="connsiteX0" fmla="*/ 1386840 w 1409700"/>
              <a:gd name="connsiteY0" fmla="*/ 0 h 381000"/>
              <a:gd name="connsiteX1" fmla="*/ 1409700 w 1409700"/>
              <a:gd name="connsiteY1" fmla="*/ 22860 h 381000"/>
              <a:gd name="connsiteX2" fmla="*/ 1409700 w 1409700"/>
              <a:gd name="connsiteY2" fmla="*/ 358140 h 381000"/>
              <a:gd name="connsiteX3" fmla="*/ 1386840 w 1409700"/>
              <a:gd name="connsiteY3" fmla="*/ 381000 h 381000"/>
              <a:gd name="connsiteX4" fmla="*/ 22860 w 1409700"/>
              <a:gd name="connsiteY4" fmla="*/ 381000 h 381000"/>
              <a:gd name="connsiteX5" fmla="*/ -1 w 1409700"/>
              <a:gd name="connsiteY5" fmla="*/ 358140 h 381000"/>
              <a:gd name="connsiteX6" fmla="*/ -1 w 1409700"/>
              <a:gd name="connsiteY6" fmla="*/ 22860 h 381000"/>
              <a:gd name="connsiteX7" fmla="*/ 22860 w 14097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09700" h="381000">
                <a:moveTo>
                  <a:pt x="1386840" y="0"/>
                </a:moveTo>
                <a:cubicBezTo>
                  <a:pt x="1399465" y="0"/>
                  <a:pt x="1409700" y="10235"/>
                  <a:pt x="1409700" y="22860"/>
                </a:cubicBezTo>
                <a:lnTo>
                  <a:pt x="1409700" y="358140"/>
                </a:lnTo>
                <a:cubicBezTo>
                  <a:pt x="1409700" y="370765"/>
                  <a:pt x="1399465" y="381000"/>
                  <a:pt x="1386840" y="381000"/>
                </a:cubicBezTo>
                <a:lnTo>
                  <a:pt x="22860" y="381000"/>
                </a:lnTo>
                <a:cubicBezTo>
                  <a:pt x="10234" y="381000"/>
                  <a:pt x="-1" y="370765"/>
                  <a:pt x="-1" y="358140"/>
                </a:cubicBezTo>
                <a:lnTo>
                  <a:pt x="-1" y="22860"/>
                </a:lnTo>
                <a:cubicBezTo>
                  <a:pt x="-1" y="10235"/>
                  <a:pt x="10234" y="0"/>
                  <a:pt x="22860" y="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TW"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Stop_Generation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=True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99" name="手繪多邊形: 圖案 1198">
            <a:extLst>
              <a:ext uri="{FF2B5EF4-FFF2-40B4-BE49-F238E27FC236}">
                <a16:creationId xmlns:a16="http://schemas.microsoft.com/office/drawing/2014/main" id="{159401F2-54FA-070C-400F-F2E85AE4634F}"/>
              </a:ext>
            </a:extLst>
          </p:cNvPr>
          <p:cNvSpPr/>
          <p:nvPr/>
        </p:nvSpPr>
        <p:spPr>
          <a:xfrm>
            <a:off x="9305063" y="5443482"/>
            <a:ext cx="2424082" cy="446435"/>
          </a:xfrm>
          <a:custGeom>
            <a:avLst/>
            <a:gdLst>
              <a:gd name="connsiteX0" fmla="*/ 1386840 w 1409700"/>
              <a:gd name="connsiteY0" fmla="*/ 0 h 381000"/>
              <a:gd name="connsiteX1" fmla="*/ 1409700 w 1409700"/>
              <a:gd name="connsiteY1" fmla="*/ 22860 h 381000"/>
              <a:gd name="connsiteX2" fmla="*/ 1409700 w 1409700"/>
              <a:gd name="connsiteY2" fmla="*/ 358140 h 381000"/>
              <a:gd name="connsiteX3" fmla="*/ 1386840 w 1409700"/>
              <a:gd name="connsiteY3" fmla="*/ 381000 h 381000"/>
              <a:gd name="connsiteX4" fmla="*/ 22860 w 1409700"/>
              <a:gd name="connsiteY4" fmla="*/ 381000 h 381000"/>
              <a:gd name="connsiteX5" fmla="*/ -1 w 1409700"/>
              <a:gd name="connsiteY5" fmla="*/ 358140 h 381000"/>
              <a:gd name="connsiteX6" fmla="*/ -1 w 1409700"/>
              <a:gd name="connsiteY6" fmla="*/ 22860 h 381000"/>
              <a:gd name="connsiteX7" fmla="*/ 22860 w 14097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09700" h="381000">
                <a:moveTo>
                  <a:pt x="1386840" y="0"/>
                </a:moveTo>
                <a:cubicBezTo>
                  <a:pt x="1399465" y="0"/>
                  <a:pt x="1409700" y="10235"/>
                  <a:pt x="1409700" y="22860"/>
                </a:cubicBezTo>
                <a:lnTo>
                  <a:pt x="1409700" y="358140"/>
                </a:lnTo>
                <a:cubicBezTo>
                  <a:pt x="1409700" y="370765"/>
                  <a:pt x="1399465" y="381000"/>
                  <a:pt x="1386840" y="381000"/>
                </a:cubicBezTo>
                <a:lnTo>
                  <a:pt x="22860" y="381000"/>
                </a:lnTo>
                <a:cubicBezTo>
                  <a:pt x="10234" y="381000"/>
                  <a:pt x="-1" y="370765"/>
                  <a:pt x="-1" y="358140"/>
                </a:cubicBezTo>
                <a:lnTo>
                  <a:pt x="-1" y="22860"/>
                </a:lnTo>
                <a:cubicBezTo>
                  <a:pt x="-1" y="10235"/>
                  <a:pt x="10234" y="0"/>
                  <a:pt x="22860" y="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終止輸出並標註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[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已停止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]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01" name="手繪多邊形: 圖案 1200">
            <a:extLst>
              <a:ext uri="{FF2B5EF4-FFF2-40B4-BE49-F238E27FC236}">
                <a16:creationId xmlns:a16="http://schemas.microsoft.com/office/drawing/2014/main" id="{B4FA3CBA-C730-EADB-36D5-A2DF5CFC82F9}"/>
              </a:ext>
            </a:extLst>
          </p:cNvPr>
          <p:cNvSpPr/>
          <p:nvPr/>
        </p:nvSpPr>
        <p:spPr>
          <a:xfrm>
            <a:off x="9299330" y="3450374"/>
            <a:ext cx="2424082" cy="658492"/>
          </a:xfrm>
          <a:custGeom>
            <a:avLst/>
            <a:gdLst>
              <a:gd name="connsiteX0" fmla="*/ 704850 w 1409700"/>
              <a:gd name="connsiteY0" fmla="*/ 0 h 561975"/>
              <a:gd name="connsiteX1" fmla="*/ 1409700 w 1409700"/>
              <a:gd name="connsiteY1" fmla="*/ 280988 h 561975"/>
              <a:gd name="connsiteX2" fmla="*/ 704850 w 1409700"/>
              <a:gd name="connsiteY2" fmla="*/ 561975 h 561975"/>
              <a:gd name="connsiteX3" fmla="*/ 0 w 1409700"/>
              <a:gd name="connsiteY3" fmla="*/ 280988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9700" h="561975">
                <a:moveTo>
                  <a:pt x="704850" y="0"/>
                </a:moveTo>
                <a:lnTo>
                  <a:pt x="1409700" y="280988"/>
                </a:lnTo>
                <a:lnTo>
                  <a:pt x="704850" y="561975"/>
                </a:lnTo>
                <a:lnTo>
                  <a:pt x="0" y="280988"/>
                </a:ln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按「清除」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02" name="手繪多邊形: 圖案 1201">
            <a:extLst>
              <a:ext uri="{FF2B5EF4-FFF2-40B4-BE49-F238E27FC236}">
                <a16:creationId xmlns:a16="http://schemas.microsoft.com/office/drawing/2014/main" id="{EA7F1D14-92D3-B1B0-2B88-85824A23000B}"/>
              </a:ext>
            </a:extLst>
          </p:cNvPr>
          <p:cNvSpPr/>
          <p:nvPr/>
        </p:nvSpPr>
        <p:spPr>
          <a:xfrm>
            <a:off x="9299330" y="4214894"/>
            <a:ext cx="2424082" cy="446435"/>
          </a:xfrm>
          <a:custGeom>
            <a:avLst/>
            <a:gdLst>
              <a:gd name="connsiteX0" fmla="*/ 1386840 w 1409700"/>
              <a:gd name="connsiteY0" fmla="*/ 0 h 381000"/>
              <a:gd name="connsiteX1" fmla="*/ 1409700 w 1409700"/>
              <a:gd name="connsiteY1" fmla="*/ 22860 h 381000"/>
              <a:gd name="connsiteX2" fmla="*/ 1409700 w 1409700"/>
              <a:gd name="connsiteY2" fmla="*/ 358140 h 381000"/>
              <a:gd name="connsiteX3" fmla="*/ 1386840 w 1409700"/>
              <a:gd name="connsiteY3" fmla="*/ 381000 h 381000"/>
              <a:gd name="connsiteX4" fmla="*/ 22860 w 1409700"/>
              <a:gd name="connsiteY4" fmla="*/ 381000 h 381000"/>
              <a:gd name="connsiteX5" fmla="*/ -1 w 1409700"/>
              <a:gd name="connsiteY5" fmla="*/ 358140 h 381000"/>
              <a:gd name="connsiteX6" fmla="*/ -1 w 1409700"/>
              <a:gd name="connsiteY6" fmla="*/ 22860 h 381000"/>
              <a:gd name="connsiteX7" fmla="*/ 22860 w 14097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09700" h="381000">
                <a:moveTo>
                  <a:pt x="1386840" y="0"/>
                </a:moveTo>
                <a:cubicBezTo>
                  <a:pt x="1399465" y="0"/>
                  <a:pt x="1409700" y="10235"/>
                  <a:pt x="1409700" y="22860"/>
                </a:cubicBezTo>
                <a:lnTo>
                  <a:pt x="1409700" y="358140"/>
                </a:lnTo>
                <a:cubicBezTo>
                  <a:pt x="1409700" y="370765"/>
                  <a:pt x="1399465" y="381000"/>
                  <a:pt x="1386840" y="381000"/>
                </a:cubicBezTo>
                <a:lnTo>
                  <a:pt x="22860" y="381000"/>
                </a:lnTo>
                <a:cubicBezTo>
                  <a:pt x="10234" y="381000"/>
                  <a:pt x="-1" y="370765"/>
                  <a:pt x="-1" y="358140"/>
                </a:cubicBezTo>
                <a:lnTo>
                  <a:pt x="-1" y="22860"/>
                </a:lnTo>
                <a:cubicBezTo>
                  <a:pt x="-1" y="10235"/>
                  <a:pt x="10234" y="0"/>
                  <a:pt x="22860" y="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清空對話</a:t>
            </a:r>
          </a:p>
        </p:txBody>
      </p:sp>
      <p:sp>
        <p:nvSpPr>
          <p:cNvPr id="1203" name="手繪多邊形: 圖案 1202">
            <a:extLst>
              <a:ext uri="{FF2B5EF4-FFF2-40B4-BE49-F238E27FC236}">
                <a16:creationId xmlns:a16="http://schemas.microsoft.com/office/drawing/2014/main" id="{231564E6-6FFD-7F6B-91E2-B1DADE192C46}"/>
              </a:ext>
            </a:extLst>
          </p:cNvPr>
          <p:cNvSpPr/>
          <p:nvPr/>
        </p:nvSpPr>
        <p:spPr>
          <a:xfrm>
            <a:off x="9282951" y="4867357"/>
            <a:ext cx="2424082" cy="446435"/>
          </a:xfrm>
          <a:custGeom>
            <a:avLst/>
            <a:gdLst>
              <a:gd name="connsiteX0" fmla="*/ 431578 w 1409700"/>
              <a:gd name="connsiteY0" fmla="*/ 0 h 381000"/>
              <a:gd name="connsiteX1" fmla="*/ 978122 w 1409700"/>
              <a:gd name="connsiteY1" fmla="*/ 0 h 381000"/>
              <a:gd name="connsiteX2" fmla="*/ 1409700 w 1409700"/>
              <a:gd name="connsiteY2" fmla="*/ 190500 h 381000"/>
              <a:gd name="connsiteX3" fmla="*/ 978122 w 1409700"/>
              <a:gd name="connsiteY3" fmla="*/ 381000 h 381000"/>
              <a:gd name="connsiteX4" fmla="*/ 431578 w 1409700"/>
              <a:gd name="connsiteY4" fmla="*/ 381000 h 381000"/>
              <a:gd name="connsiteX5" fmla="*/ 0 w 1409700"/>
              <a:gd name="connsiteY5" fmla="*/ 190500 h 381000"/>
              <a:gd name="connsiteX6" fmla="*/ 431578 w 1409700"/>
              <a:gd name="connsiteY6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09700" h="381000">
                <a:moveTo>
                  <a:pt x="431578" y="0"/>
                </a:moveTo>
                <a:lnTo>
                  <a:pt x="978122" y="0"/>
                </a:lnTo>
                <a:cubicBezTo>
                  <a:pt x="1216533" y="0"/>
                  <a:pt x="1409700" y="85249"/>
                  <a:pt x="1409700" y="190500"/>
                </a:cubicBezTo>
                <a:cubicBezTo>
                  <a:pt x="1409700" y="295751"/>
                  <a:pt x="1216533" y="381000"/>
                  <a:pt x="978122" y="381000"/>
                </a:cubicBezTo>
                <a:lnTo>
                  <a:pt x="431578" y="381000"/>
                </a:lnTo>
                <a:cubicBezTo>
                  <a:pt x="193167" y="381000"/>
                  <a:pt x="0" y="295751"/>
                  <a:pt x="0" y="190500"/>
                </a:cubicBezTo>
                <a:cubicBezTo>
                  <a:pt x="0" y="85249"/>
                  <a:pt x="193167" y="0"/>
                  <a:pt x="431578" y="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結束</a:t>
            </a:r>
          </a:p>
        </p:txBody>
      </p:sp>
      <p:grpSp>
        <p:nvGrpSpPr>
          <p:cNvPr id="1204" name="圖形 1177">
            <a:extLst>
              <a:ext uri="{FF2B5EF4-FFF2-40B4-BE49-F238E27FC236}">
                <a16:creationId xmlns:a16="http://schemas.microsoft.com/office/drawing/2014/main" id="{8EAE6785-0BE1-52B4-2117-98EA2567331B}"/>
              </a:ext>
            </a:extLst>
          </p:cNvPr>
          <p:cNvGrpSpPr/>
          <p:nvPr/>
        </p:nvGrpSpPr>
        <p:grpSpPr>
          <a:xfrm>
            <a:off x="1555534" y="4106856"/>
            <a:ext cx="114653" cy="342081"/>
            <a:chOff x="2067866" y="1520170"/>
            <a:chExt cx="66675" cy="291941"/>
          </a:xfrm>
        </p:grpSpPr>
        <p:sp>
          <p:nvSpPr>
            <p:cNvPr id="1205" name="手繪多邊形: 圖案 1204">
              <a:extLst>
                <a:ext uri="{FF2B5EF4-FFF2-40B4-BE49-F238E27FC236}">
                  <a16:creationId xmlns:a16="http://schemas.microsoft.com/office/drawing/2014/main" id="{C718C718-9D37-404E-860A-2100D73E5FE8}"/>
                </a:ext>
              </a:extLst>
            </p:cNvPr>
            <p:cNvSpPr/>
            <p:nvPr/>
          </p:nvSpPr>
          <p:spPr>
            <a:xfrm>
              <a:off x="2101203" y="1520170"/>
              <a:ext cx="9525" cy="241935"/>
            </a:xfrm>
            <a:custGeom>
              <a:avLst/>
              <a:gdLst>
                <a:gd name="connsiteX0" fmla="*/ 0 w 9525"/>
                <a:gd name="connsiteY0" fmla="*/ 0 h 241935"/>
                <a:gd name="connsiteX1" fmla="*/ 0 w 9525"/>
                <a:gd name="connsiteY1" fmla="*/ 241935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41935">
                  <a:moveTo>
                    <a:pt x="0" y="0"/>
                  </a:moveTo>
                  <a:lnTo>
                    <a:pt x="0" y="24193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06" name="手繪多邊形: 圖案 1205">
              <a:extLst>
                <a:ext uri="{FF2B5EF4-FFF2-40B4-BE49-F238E27FC236}">
                  <a16:creationId xmlns:a16="http://schemas.microsoft.com/office/drawing/2014/main" id="{94A7831F-E93B-0F5C-3D17-D149388FF1A0}"/>
                </a:ext>
              </a:extLst>
            </p:cNvPr>
            <p:cNvSpPr/>
            <p:nvPr/>
          </p:nvSpPr>
          <p:spPr>
            <a:xfrm>
              <a:off x="2067866" y="1745436"/>
              <a:ext cx="66675" cy="66675"/>
            </a:xfrm>
            <a:custGeom>
              <a:avLst/>
              <a:gdLst>
                <a:gd name="connsiteX0" fmla="*/ 33338 w 66675"/>
                <a:gd name="connsiteY0" fmla="*/ 66675 h 66675"/>
                <a:gd name="connsiteX1" fmla="*/ 0 w 66675"/>
                <a:gd name="connsiteY1" fmla="*/ 0 h 66675"/>
                <a:gd name="connsiteX2" fmla="*/ 33338 w 66675"/>
                <a:gd name="connsiteY2" fmla="*/ 16669 h 66675"/>
                <a:gd name="connsiteX3" fmla="*/ 66675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33338" y="66675"/>
                  </a:moveTo>
                  <a:lnTo>
                    <a:pt x="0" y="0"/>
                  </a:lnTo>
                  <a:lnTo>
                    <a:pt x="33338" y="16669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07" name="圖形 1177">
            <a:extLst>
              <a:ext uri="{FF2B5EF4-FFF2-40B4-BE49-F238E27FC236}">
                <a16:creationId xmlns:a16="http://schemas.microsoft.com/office/drawing/2014/main" id="{6B9321EB-417C-2816-FA69-22F784512F1B}"/>
              </a:ext>
            </a:extLst>
          </p:cNvPr>
          <p:cNvGrpSpPr/>
          <p:nvPr/>
        </p:nvGrpSpPr>
        <p:grpSpPr>
          <a:xfrm>
            <a:off x="1557007" y="5117921"/>
            <a:ext cx="114653" cy="228462"/>
            <a:chOff x="2068723" y="2383040"/>
            <a:chExt cx="66675" cy="194976"/>
          </a:xfrm>
        </p:grpSpPr>
        <p:sp>
          <p:nvSpPr>
            <p:cNvPr id="1208" name="手繪多邊形: 圖案 1207">
              <a:extLst>
                <a:ext uri="{FF2B5EF4-FFF2-40B4-BE49-F238E27FC236}">
                  <a16:creationId xmlns:a16="http://schemas.microsoft.com/office/drawing/2014/main" id="{5317D929-01D5-1C9A-E9E5-22388E37A0C4}"/>
                </a:ext>
              </a:extLst>
            </p:cNvPr>
            <p:cNvSpPr/>
            <p:nvPr/>
          </p:nvSpPr>
          <p:spPr>
            <a:xfrm>
              <a:off x="2101203" y="2383040"/>
              <a:ext cx="1333" cy="145065"/>
            </a:xfrm>
            <a:custGeom>
              <a:avLst/>
              <a:gdLst>
                <a:gd name="connsiteX0" fmla="*/ 0 w 1333"/>
                <a:gd name="connsiteY0" fmla="*/ 0 h 145065"/>
                <a:gd name="connsiteX1" fmla="*/ 0 w 1333"/>
                <a:gd name="connsiteY1" fmla="*/ 50483 h 145065"/>
                <a:gd name="connsiteX2" fmla="*/ 667 w 1333"/>
                <a:gd name="connsiteY2" fmla="*/ 122968 h 145065"/>
                <a:gd name="connsiteX3" fmla="*/ 1333 w 1333"/>
                <a:gd name="connsiteY3" fmla="*/ 145066 h 14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3" h="145065">
                  <a:moveTo>
                    <a:pt x="0" y="0"/>
                  </a:moveTo>
                  <a:lnTo>
                    <a:pt x="0" y="50483"/>
                  </a:lnTo>
                  <a:cubicBezTo>
                    <a:pt x="0" y="84077"/>
                    <a:pt x="222" y="108232"/>
                    <a:pt x="667" y="122968"/>
                  </a:cubicBezTo>
                  <a:lnTo>
                    <a:pt x="1333" y="145066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09" name="手繪多邊形: 圖案 1208">
              <a:extLst>
                <a:ext uri="{FF2B5EF4-FFF2-40B4-BE49-F238E27FC236}">
                  <a16:creationId xmlns:a16="http://schemas.microsoft.com/office/drawing/2014/main" id="{99E61D68-442E-6510-304F-677EF85CC63D}"/>
                </a:ext>
              </a:extLst>
            </p:cNvPr>
            <p:cNvSpPr/>
            <p:nvPr/>
          </p:nvSpPr>
          <p:spPr>
            <a:xfrm>
              <a:off x="2068723" y="2510294"/>
              <a:ext cx="66675" cy="67722"/>
            </a:xfrm>
            <a:custGeom>
              <a:avLst/>
              <a:gdLst>
                <a:gd name="connsiteX0" fmla="*/ 35433 w 66675"/>
                <a:gd name="connsiteY0" fmla="*/ 67723 h 67722"/>
                <a:gd name="connsiteX1" fmla="*/ 0 w 66675"/>
                <a:gd name="connsiteY1" fmla="*/ 2191 h 67722"/>
                <a:gd name="connsiteX2" fmla="*/ 33814 w 66675"/>
                <a:gd name="connsiteY2" fmla="*/ 17812 h 67722"/>
                <a:gd name="connsiteX3" fmla="*/ 66675 w 66675"/>
                <a:gd name="connsiteY3" fmla="*/ 0 h 67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7722">
                  <a:moveTo>
                    <a:pt x="35433" y="67723"/>
                  </a:moveTo>
                  <a:lnTo>
                    <a:pt x="0" y="2191"/>
                  </a:lnTo>
                  <a:lnTo>
                    <a:pt x="33814" y="17812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10" name="圖形 1177">
            <a:extLst>
              <a:ext uri="{FF2B5EF4-FFF2-40B4-BE49-F238E27FC236}">
                <a16:creationId xmlns:a16="http://schemas.microsoft.com/office/drawing/2014/main" id="{7088ACD9-F0FA-2177-DDD8-E82F53999176}"/>
              </a:ext>
            </a:extLst>
          </p:cNvPr>
          <p:cNvGrpSpPr/>
          <p:nvPr/>
        </p:nvGrpSpPr>
        <p:grpSpPr>
          <a:xfrm>
            <a:off x="2826702" y="3056841"/>
            <a:ext cx="521340" cy="1732837"/>
            <a:chOff x="2807101" y="624058"/>
            <a:chExt cx="303180" cy="1478851"/>
          </a:xfrm>
        </p:grpSpPr>
        <p:sp>
          <p:nvSpPr>
            <p:cNvPr id="1211" name="手繪多邊形: 圖案 1210">
              <a:extLst>
                <a:ext uri="{FF2B5EF4-FFF2-40B4-BE49-F238E27FC236}">
                  <a16:creationId xmlns:a16="http://schemas.microsoft.com/office/drawing/2014/main" id="{3DA14EA0-3B97-7A6A-DC6C-DABB05AC0E1D}"/>
                </a:ext>
              </a:extLst>
            </p:cNvPr>
            <p:cNvSpPr/>
            <p:nvPr/>
          </p:nvSpPr>
          <p:spPr>
            <a:xfrm>
              <a:off x="2807101" y="657395"/>
              <a:ext cx="253174" cy="1445514"/>
            </a:xfrm>
            <a:custGeom>
              <a:avLst/>
              <a:gdLst>
                <a:gd name="connsiteX0" fmla="*/ 0 w 253174"/>
                <a:gd name="connsiteY0" fmla="*/ 1445514 h 1445514"/>
                <a:gd name="connsiteX1" fmla="*/ 79629 w 253174"/>
                <a:gd name="connsiteY1" fmla="*/ 1445514 h 1445514"/>
                <a:gd name="connsiteX2" fmla="*/ 159163 w 253174"/>
                <a:gd name="connsiteY2" fmla="*/ 1350264 h 1445514"/>
                <a:gd name="connsiteX3" fmla="*/ 159163 w 253174"/>
                <a:gd name="connsiteY3" fmla="*/ 95250 h 1445514"/>
                <a:gd name="connsiteX4" fmla="*/ 206121 w 253174"/>
                <a:gd name="connsiteY4" fmla="*/ 0 h 1445514"/>
                <a:gd name="connsiteX5" fmla="*/ 253174 w 253174"/>
                <a:gd name="connsiteY5" fmla="*/ 0 h 1445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3174" h="1445514">
                  <a:moveTo>
                    <a:pt x="0" y="1445514"/>
                  </a:moveTo>
                  <a:lnTo>
                    <a:pt x="79629" y="1445514"/>
                  </a:lnTo>
                  <a:cubicBezTo>
                    <a:pt x="132655" y="1445514"/>
                    <a:pt x="159163" y="1413767"/>
                    <a:pt x="159163" y="1350264"/>
                  </a:cubicBezTo>
                  <a:lnTo>
                    <a:pt x="159163" y="95250"/>
                  </a:lnTo>
                  <a:cubicBezTo>
                    <a:pt x="159163" y="31750"/>
                    <a:pt x="174812" y="0"/>
                    <a:pt x="206121" y="0"/>
                  </a:cubicBezTo>
                  <a:lnTo>
                    <a:pt x="253174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12" name="手繪多邊形: 圖案 1211">
              <a:extLst>
                <a:ext uri="{FF2B5EF4-FFF2-40B4-BE49-F238E27FC236}">
                  <a16:creationId xmlns:a16="http://schemas.microsoft.com/office/drawing/2014/main" id="{D914BE4E-FD34-4736-02EA-A397C17AE2BA}"/>
                </a:ext>
              </a:extLst>
            </p:cNvPr>
            <p:cNvSpPr/>
            <p:nvPr/>
          </p:nvSpPr>
          <p:spPr>
            <a:xfrm>
              <a:off x="3043607" y="624058"/>
              <a:ext cx="66675" cy="66675"/>
            </a:xfrm>
            <a:custGeom>
              <a:avLst/>
              <a:gdLst>
                <a:gd name="connsiteX0" fmla="*/ 66675 w 66675"/>
                <a:gd name="connsiteY0" fmla="*/ 33338 h 66675"/>
                <a:gd name="connsiteX1" fmla="*/ 0 w 66675"/>
                <a:gd name="connsiteY1" fmla="*/ 66675 h 66675"/>
                <a:gd name="connsiteX2" fmla="*/ 16669 w 66675"/>
                <a:gd name="connsiteY2" fmla="*/ 33338 h 66675"/>
                <a:gd name="connsiteX3" fmla="*/ 0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66675" y="33338"/>
                  </a:moveTo>
                  <a:lnTo>
                    <a:pt x="0" y="66675"/>
                  </a:lnTo>
                  <a:lnTo>
                    <a:pt x="16669" y="33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13" name="圖形 1177">
            <a:extLst>
              <a:ext uri="{FF2B5EF4-FFF2-40B4-BE49-F238E27FC236}">
                <a16:creationId xmlns:a16="http://schemas.microsoft.com/office/drawing/2014/main" id="{73151CD0-A73F-AB70-016F-A9DE977226E9}"/>
              </a:ext>
            </a:extLst>
          </p:cNvPr>
          <p:cNvGrpSpPr/>
          <p:nvPr/>
        </p:nvGrpSpPr>
        <p:grpSpPr>
          <a:xfrm>
            <a:off x="1555534" y="3319122"/>
            <a:ext cx="114653" cy="328910"/>
            <a:chOff x="2067866" y="847896"/>
            <a:chExt cx="66675" cy="280701"/>
          </a:xfrm>
        </p:grpSpPr>
        <p:sp>
          <p:nvSpPr>
            <p:cNvPr id="1214" name="手繪多邊形: 圖案 1213">
              <a:extLst>
                <a:ext uri="{FF2B5EF4-FFF2-40B4-BE49-F238E27FC236}">
                  <a16:creationId xmlns:a16="http://schemas.microsoft.com/office/drawing/2014/main" id="{7C4AA4BF-C1A2-0635-1E06-C01D12F3317A}"/>
                </a:ext>
              </a:extLst>
            </p:cNvPr>
            <p:cNvSpPr/>
            <p:nvPr/>
          </p:nvSpPr>
          <p:spPr>
            <a:xfrm>
              <a:off x="2101203" y="847896"/>
              <a:ext cx="9525" cy="230695"/>
            </a:xfrm>
            <a:custGeom>
              <a:avLst/>
              <a:gdLst>
                <a:gd name="connsiteX0" fmla="*/ 0 w 9525"/>
                <a:gd name="connsiteY0" fmla="*/ 0 h 230695"/>
                <a:gd name="connsiteX1" fmla="*/ 0 w 9525"/>
                <a:gd name="connsiteY1" fmla="*/ 230695 h 23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30695">
                  <a:moveTo>
                    <a:pt x="0" y="0"/>
                  </a:moveTo>
                  <a:lnTo>
                    <a:pt x="0" y="23069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15" name="手繪多邊形: 圖案 1214">
              <a:extLst>
                <a:ext uri="{FF2B5EF4-FFF2-40B4-BE49-F238E27FC236}">
                  <a16:creationId xmlns:a16="http://schemas.microsoft.com/office/drawing/2014/main" id="{026AB599-9FF1-0148-FDF8-8FFD207B8895}"/>
                </a:ext>
              </a:extLst>
            </p:cNvPr>
            <p:cNvSpPr/>
            <p:nvPr/>
          </p:nvSpPr>
          <p:spPr>
            <a:xfrm>
              <a:off x="2067866" y="1061922"/>
              <a:ext cx="66675" cy="66675"/>
            </a:xfrm>
            <a:custGeom>
              <a:avLst/>
              <a:gdLst>
                <a:gd name="connsiteX0" fmla="*/ 33338 w 66675"/>
                <a:gd name="connsiteY0" fmla="*/ 66675 h 66675"/>
                <a:gd name="connsiteX1" fmla="*/ 0 w 66675"/>
                <a:gd name="connsiteY1" fmla="*/ 0 h 66675"/>
                <a:gd name="connsiteX2" fmla="*/ 33338 w 66675"/>
                <a:gd name="connsiteY2" fmla="*/ 16669 h 66675"/>
                <a:gd name="connsiteX3" fmla="*/ 66675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33338" y="66675"/>
                  </a:moveTo>
                  <a:lnTo>
                    <a:pt x="0" y="0"/>
                  </a:lnTo>
                  <a:lnTo>
                    <a:pt x="33338" y="16669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16" name="圖形 1177">
            <a:extLst>
              <a:ext uri="{FF2B5EF4-FFF2-40B4-BE49-F238E27FC236}">
                <a16:creationId xmlns:a16="http://schemas.microsoft.com/office/drawing/2014/main" id="{4AC529A6-BBEA-92B4-8C41-1570D2D68F59}"/>
              </a:ext>
            </a:extLst>
          </p:cNvPr>
          <p:cNvGrpSpPr/>
          <p:nvPr/>
        </p:nvGrpSpPr>
        <p:grpSpPr>
          <a:xfrm>
            <a:off x="1555534" y="5800742"/>
            <a:ext cx="114653" cy="236945"/>
            <a:chOff x="2067866" y="2965779"/>
            <a:chExt cx="66675" cy="202215"/>
          </a:xfrm>
        </p:grpSpPr>
        <p:sp>
          <p:nvSpPr>
            <p:cNvPr id="1217" name="手繪多邊形: 圖案 1216">
              <a:extLst>
                <a:ext uri="{FF2B5EF4-FFF2-40B4-BE49-F238E27FC236}">
                  <a16:creationId xmlns:a16="http://schemas.microsoft.com/office/drawing/2014/main" id="{593F04D0-ADCE-BA41-CAB3-E365874F3078}"/>
                </a:ext>
              </a:extLst>
            </p:cNvPr>
            <p:cNvSpPr/>
            <p:nvPr/>
          </p:nvSpPr>
          <p:spPr>
            <a:xfrm>
              <a:off x="2101203" y="2965779"/>
              <a:ext cx="9525" cy="152209"/>
            </a:xfrm>
            <a:custGeom>
              <a:avLst/>
              <a:gdLst>
                <a:gd name="connsiteX0" fmla="*/ 0 w 9525"/>
                <a:gd name="connsiteY0" fmla="*/ 0 h 152209"/>
                <a:gd name="connsiteX1" fmla="*/ 0 w 9525"/>
                <a:gd name="connsiteY1" fmla="*/ 152210 h 152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52209">
                  <a:moveTo>
                    <a:pt x="0" y="0"/>
                  </a:moveTo>
                  <a:lnTo>
                    <a:pt x="0" y="15221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18" name="手繪多邊形: 圖案 1217">
              <a:extLst>
                <a:ext uri="{FF2B5EF4-FFF2-40B4-BE49-F238E27FC236}">
                  <a16:creationId xmlns:a16="http://schemas.microsoft.com/office/drawing/2014/main" id="{9373841B-CBC1-CC8B-9CB8-0ECA64408285}"/>
                </a:ext>
              </a:extLst>
            </p:cNvPr>
            <p:cNvSpPr/>
            <p:nvPr/>
          </p:nvSpPr>
          <p:spPr>
            <a:xfrm>
              <a:off x="2067866" y="3101320"/>
              <a:ext cx="66675" cy="66675"/>
            </a:xfrm>
            <a:custGeom>
              <a:avLst/>
              <a:gdLst>
                <a:gd name="connsiteX0" fmla="*/ 33338 w 66675"/>
                <a:gd name="connsiteY0" fmla="*/ 66675 h 66675"/>
                <a:gd name="connsiteX1" fmla="*/ 0 w 66675"/>
                <a:gd name="connsiteY1" fmla="*/ 0 h 66675"/>
                <a:gd name="connsiteX2" fmla="*/ 33338 w 66675"/>
                <a:gd name="connsiteY2" fmla="*/ 16669 h 66675"/>
                <a:gd name="connsiteX3" fmla="*/ 66675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33338" y="66675"/>
                  </a:moveTo>
                  <a:lnTo>
                    <a:pt x="0" y="0"/>
                  </a:lnTo>
                  <a:lnTo>
                    <a:pt x="33338" y="16669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19" name="圖形 1177">
            <a:extLst>
              <a:ext uri="{FF2B5EF4-FFF2-40B4-BE49-F238E27FC236}">
                <a16:creationId xmlns:a16="http://schemas.microsoft.com/office/drawing/2014/main" id="{A39EC084-8013-5C93-C2B9-9F2A8616E953}"/>
              </a:ext>
            </a:extLst>
          </p:cNvPr>
          <p:cNvGrpSpPr/>
          <p:nvPr/>
        </p:nvGrpSpPr>
        <p:grpSpPr>
          <a:xfrm>
            <a:off x="4522905" y="3319122"/>
            <a:ext cx="114653" cy="223775"/>
            <a:chOff x="3793510" y="847896"/>
            <a:chExt cx="66675" cy="190976"/>
          </a:xfrm>
        </p:grpSpPr>
        <p:sp>
          <p:nvSpPr>
            <p:cNvPr id="1220" name="手繪多邊形: 圖案 1219">
              <a:extLst>
                <a:ext uri="{FF2B5EF4-FFF2-40B4-BE49-F238E27FC236}">
                  <a16:creationId xmlns:a16="http://schemas.microsoft.com/office/drawing/2014/main" id="{7CFB8043-2F12-8B5E-BEC7-A5D5E9837354}"/>
                </a:ext>
              </a:extLst>
            </p:cNvPr>
            <p:cNvSpPr/>
            <p:nvPr/>
          </p:nvSpPr>
          <p:spPr>
            <a:xfrm>
              <a:off x="3826848" y="847896"/>
              <a:ext cx="9525" cy="140969"/>
            </a:xfrm>
            <a:custGeom>
              <a:avLst/>
              <a:gdLst>
                <a:gd name="connsiteX0" fmla="*/ 0 w 9525"/>
                <a:gd name="connsiteY0" fmla="*/ 0 h 140969"/>
                <a:gd name="connsiteX1" fmla="*/ 0 w 9525"/>
                <a:gd name="connsiteY1" fmla="*/ 140970 h 140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40969">
                  <a:moveTo>
                    <a:pt x="0" y="0"/>
                  </a:moveTo>
                  <a:lnTo>
                    <a:pt x="0" y="14097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21" name="手繪多邊形: 圖案 1220">
              <a:extLst>
                <a:ext uri="{FF2B5EF4-FFF2-40B4-BE49-F238E27FC236}">
                  <a16:creationId xmlns:a16="http://schemas.microsoft.com/office/drawing/2014/main" id="{B5B94D5B-B92D-A66A-F140-E7AF18CDB2F8}"/>
                </a:ext>
              </a:extLst>
            </p:cNvPr>
            <p:cNvSpPr/>
            <p:nvPr/>
          </p:nvSpPr>
          <p:spPr>
            <a:xfrm>
              <a:off x="3793510" y="972197"/>
              <a:ext cx="66675" cy="66675"/>
            </a:xfrm>
            <a:custGeom>
              <a:avLst/>
              <a:gdLst>
                <a:gd name="connsiteX0" fmla="*/ 33338 w 66675"/>
                <a:gd name="connsiteY0" fmla="*/ 66675 h 66675"/>
                <a:gd name="connsiteX1" fmla="*/ 0 w 66675"/>
                <a:gd name="connsiteY1" fmla="*/ 0 h 66675"/>
                <a:gd name="connsiteX2" fmla="*/ 33338 w 66675"/>
                <a:gd name="connsiteY2" fmla="*/ 16669 h 66675"/>
                <a:gd name="connsiteX3" fmla="*/ 66675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33338" y="66675"/>
                  </a:moveTo>
                  <a:lnTo>
                    <a:pt x="0" y="0"/>
                  </a:lnTo>
                  <a:lnTo>
                    <a:pt x="33338" y="16669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22" name="圖形 1177">
            <a:extLst>
              <a:ext uri="{FF2B5EF4-FFF2-40B4-BE49-F238E27FC236}">
                <a16:creationId xmlns:a16="http://schemas.microsoft.com/office/drawing/2014/main" id="{4A1BE45E-907D-E4E1-2FC1-79EA823ABA9D}"/>
              </a:ext>
            </a:extLst>
          </p:cNvPr>
          <p:cNvGrpSpPr/>
          <p:nvPr/>
        </p:nvGrpSpPr>
        <p:grpSpPr>
          <a:xfrm>
            <a:off x="4522905" y="4211991"/>
            <a:ext cx="114653" cy="328910"/>
            <a:chOff x="3793510" y="1609895"/>
            <a:chExt cx="66675" cy="280701"/>
          </a:xfrm>
        </p:grpSpPr>
        <p:sp>
          <p:nvSpPr>
            <p:cNvPr id="1223" name="手繪多邊形: 圖案 1222">
              <a:extLst>
                <a:ext uri="{FF2B5EF4-FFF2-40B4-BE49-F238E27FC236}">
                  <a16:creationId xmlns:a16="http://schemas.microsoft.com/office/drawing/2014/main" id="{2F9DA5D4-D32C-E93D-BC63-40E5626DD996}"/>
                </a:ext>
              </a:extLst>
            </p:cNvPr>
            <p:cNvSpPr/>
            <p:nvPr/>
          </p:nvSpPr>
          <p:spPr>
            <a:xfrm>
              <a:off x="3826848" y="1609895"/>
              <a:ext cx="9525" cy="230695"/>
            </a:xfrm>
            <a:custGeom>
              <a:avLst/>
              <a:gdLst>
                <a:gd name="connsiteX0" fmla="*/ 0 w 9525"/>
                <a:gd name="connsiteY0" fmla="*/ 0 h 230695"/>
                <a:gd name="connsiteX1" fmla="*/ 0 w 9525"/>
                <a:gd name="connsiteY1" fmla="*/ 230696 h 23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30695">
                  <a:moveTo>
                    <a:pt x="0" y="0"/>
                  </a:moveTo>
                  <a:lnTo>
                    <a:pt x="0" y="230696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24" name="手繪多邊形: 圖案 1223">
              <a:extLst>
                <a:ext uri="{FF2B5EF4-FFF2-40B4-BE49-F238E27FC236}">
                  <a16:creationId xmlns:a16="http://schemas.microsoft.com/office/drawing/2014/main" id="{791A0484-01D5-E3CB-7CD3-BF4FE944D4B5}"/>
                </a:ext>
              </a:extLst>
            </p:cNvPr>
            <p:cNvSpPr/>
            <p:nvPr/>
          </p:nvSpPr>
          <p:spPr>
            <a:xfrm>
              <a:off x="3793510" y="1823922"/>
              <a:ext cx="66675" cy="66675"/>
            </a:xfrm>
            <a:custGeom>
              <a:avLst/>
              <a:gdLst>
                <a:gd name="connsiteX0" fmla="*/ 33338 w 66675"/>
                <a:gd name="connsiteY0" fmla="*/ 66675 h 66675"/>
                <a:gd name="connsiteX1" fmla="*/ 0 w 66675"/>
                <a:gd name="connsiteY1" fmla="*/ 0 h 66675"/>
                <a:gd name="connsiteX2" fmla="*/ 33338 w 66675"/>
                <a:gd name="connsiteY2" fmla="*/ 16669 h 66675"/>
                <a:gd name="connsiteX3" fmla="*/ 66675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33338" y="66675"/>
                  </a:moveTo>
                  <a:lnTo>
                    <a:pt x="0" y="0"/>
                  </a:lnTo>
                  <a:lnTo>
                    <a:pt x="33338" y="16669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25" name="圖形 1177">
            <a:extLst>
              <a:ext uri="{FF2B5EF4-FFF2-40B4-BE49-F238E27FC236}">
                <a16:creationId xmlns:a16="http://schemas.microsoft.com/office/drawing/2014/main" id="{0FC64926-5E32-F15F-5387-515D35E7790D}"/>
              </a:ext>
            </a:extLst>
          </p:cNvPr>
          <p:cNvGrpSpPr/>
          <p:nvPr/>
        </p:nvGrpSpPr>
        <p:grpSpPr>
          <a:xfrm>
            <a:off x="3206367" y="3883639"/>
            <a:ext cx="159857" cy="2428829"/>
            <a:chOff x="3027891" y="1329670"/>
            <a:chExt cx="92963" cy="2072830"/>
          </a:xfrm>
        </p:grpSpPr>
        <p:sp>
          <p:nvSpPr>
            <p:cNvPr id="1226" name="手繪多邊形: 圖案 1225">
              <a:extLst>
                <a:ext uri="{FF2B5EF4-FFF2-40B4-BE49-F238E27FC236}">
                  <a16:creationId xmlns:a16="http://schemas.microsoft.com/office/drawing/2014/main" id="{3B65E978-B2ED-DD74-E7CD-13CDB00A4D6A}"/>
                </a:ext>
              </a:extLst>
            </p:cNvPr>
            <p:cNvSpPr/>
            <p:nvPr/>
          </p:nvSpPr>
          <p:spPr>
            <a:xfrm>
              <a:off x="3027891" y="1329670"/>
              <a:ext cx="92963" cy="2039493"/>
            </a:xfrm>
            <a:custGeom>
              <a:avLst/>
              <a:gdLst>
                <a:gd name="connsiteX0" fmla="*/ 92964 w 92963"/>
                <a:gd name="connsiteY0" fmla="*/ 0 h 2039493"/>
                <a:gd name="connsiteX1" fmla="*/ 46482 w 92963"/>
                <a:gd name="connsiteY1" fmla="*/ 0 h 2039493"/>
                <a:gd name="connsiteX2" fmla="*/ 0 w 92963"/>
                <a:gd name="connsiteY2" fmla="*/ 95250 h 2039493"/>
                <a:gd name="connsiteX3" fmla="*/ 0 w 92963"/>
                <a:gd name="connsiteY3" fmla="*/ 1944243 h 2039493"/>
                <a:gd name="connsiteX4" fmla="*/ 16192 w 92963"/>
                <a:gd name="connsiteY4" fmla="*/ 2039493 h 2039493"/>
                <a:gd name="connsiteX5" fmla="*/ 32385 w 92963"/>
                <a:gd name="connsiteY5" fmla="*/ 2039493 h 2039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963" h="2039493">
                  <a:moveTo>
                    <a:pt x="92964" y="0"/>
                  </a:moveTo>
                  <a:lnTo>
                    <a:pt x="46482" y="0"/>
                  </a:lnTo>
                  <a:cubicBezTo>
                    <a:pt x="15497" y="0"/>
                    <a:pt x="0" y="31750"/>
                    <a:pt x="0" y="95250"/>
                  </a:cubicBezTo>
                  <a:lnTo>
                    <a:pt x="0" y="1944243"/>
                  </a:lnTo>
                  <a:cubicBezTo>
                    <a:pt x="0" y="2007746"/>
                    <a:pt x="5401" y="2039493"/>
                    <a:pt x="16192" y="2039493"/>
                  </a:cubicBezTo>
                  <a:lnTo>
                    <a:pt x="32385" y="2039493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27" name="手繪多邊形: 圖案 1226">
              <a:extLst>
                <a:ext uri="{FF2B5EF4-FFF2-40B4-BE49-F238E27FC236}">
                  <a16:creationId xmlns:a16="http://schemas.microsoft.com/office/drawing/2014/main" id="{3FD1DB8B-D1A2-6CAC-FE7B-A9732FEC8A7B}"/>
                </a:ext>
              </a:extLst>
            </p:cNvPr>
            <p:cNvSpPr/>
            <p:nvPr/>
          </p:nvSpPr>
          <p:spPr>
            <a:xfrm>
              <a:off x="3043607" y="3335826"/>
              <a:ext cx="66675" cy="66675"/>
            </a:xfrm>
            <a:custGeom>
              <a:avLst/>
              <a:gdLst>
                <a:gd name="connsiteX0" fmla="*/ 66675 w 66675"/>
                <a:gd name="connsiteY0" fmla="*/ 33338 h 66675"/>
                <a:gd name="connsiteX1" fmla="*/ 0 w 66675"/>
                <a:gd name="connsiteY1" fmla="*/ 66675 h 66675"/>
                <a:gd name="connsiteX2" fmla="*/ 16669 w 66675"/>
                <a:gd name="connsiteY2" fmla="*/ 33338 h 66675"/>
                <a:gd name="connsiteX3" fmla="*/ 0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66675" y="33338"/>
                  </a:moveTo>
                  <a:lnTo>
                    <a:pt x="0" y="66675"/>
                  </a:lnTo>
                  <a:lnTo>
                    <a:pt x="16669" y="33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28" name="圖形 1177">
            <a:extLst>
              <a:ext uri="{FF2B5EF4-FFF2-40B4-BE49-F238E27FC236}">
                <a16:creationId xmlns:a16="http://schemas.microsoft.com/office/drawing/2014/main" id="{DC623388-DE3F-CE51-1798-33E1CBAA03A6}"/>
              </a:ext>
            </a:extLst>
          </p:cNvPr>
          <p:cNvGrpSpPr/>
          <p:nvPr/>
        </p:nvGrpSpPr>
        <p:grpSpPr>
          <a:xfrm>
            <a:off x="4522905" y="4999727"/>
            <a:ext cx="114653" cy="342081"/>
            <a:chOff x="3793510" y="2282170"/>
            <a:chExt cx="66675" cy="291941"/>
          </a:xfrm>
        </p:grpSpPr>
        <p:sp>
          <p:nvSpPr>
            <p:cNvPr id="1229" name="手繪多邊形: 圖案 1228">
              <a:extLst>
                <a:ext uri="{FF2B5EF4-FFF2-40B4-BE49-F238E27FC236}">
                  <a16:creationId xmlns:a16="http://schemas.microsoft.com/office/drawing/2014/main" id="{B379D5FE-757E-C23A-FA23-93F9043728B2}"/>
                </a:ext>
              </a:extLst>
            </p:cNvPr>
            <p:cNvSpPr/>
            <p:nvPr/>
          </p:nvSpPr>
          <p:spPr>
            <a:xfrm>
              <a:off x="3826848" y="2282170"/>
              <a:ext cx="9525" cy="241934"/>
            </a:xfrm>
            <a:custGeom>
              <a:avLst/>
              <a:gdLst>
                <a:gd name="connsiteX0" fmla="*/ 0 w 9525"/>
                <a:gd name="connsiteY0" fmla="*/ 0 h 241934"/>
                <a:gd name="connsiteX1" fmla="*/ 0 w 9525"/>
                <a:gd name="connsiteY1" fmla="*/ 241935 h 241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41934">
                  <a:moveTo>
                    <a:pt x="0" y="0"/>
                  </a:moveTo>
                  <a:lnTo>
                    <a:pt x="0" y="24193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30" name="手繪多邊形: 圖案 1229">
              <a:extLst>
                <a:ext uri="{FF2B5EF4-FFF2-40B4-BE49-F238E27FC236}">
                  <a16:creationId xmlns:a16="http://schemas.microsoft.com/office/drawing/2014/main" id="{9E213783-1F97-5169-1D62-201E4C1D909B}"/>
                </a:ext>
              </a:extLst>
            </p:cNvPr>
            <p:cNvSpPr/>
            <p:nvPr/>
          </p:nvSpPr>
          <p:spPr>
            <a:xfrm>
              <a:off x="3793510" y="2507436"/>
              <a:ext cx="66675" cy="66675"/>
            </a:xfrm>
            <a:custGeom>
              <a:avLst/>
              <a:gdLst>
                <a:gd name="connsiteX0" fmla="*/ 33338 w 66675"/>
                <a:gd name="connsiteY0" fmla="*/ 66675 h 66675"/>
                <a:gd name="connsiteX1" fmla="*/ 0 w 66675"/>
                <a:gd name="connsiteY1" fmla="*/ 0 h 66675"/>
                <a:gd name="connsiteX2" fmla="*/ 33338 w 66675"/>
                <a:gd name="connsiteY2" fmla="*/ 16669 h 66675"/>
                <a:gd name="connsiteX3" fmla="*/ 66675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33338" y="66675"/>
                  </a:moveTo>
                  <a:lnTo>
                    <a:pt x="0" y="0"/>
                  </a:lnTo>
                  <a:lnTo>
                    <a:pt x="33338" y="16669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31" name="圖形 1177">
            <a:extLst>
              <a:ext uri="{FF2B5EF4-FFF2-40B4-BE49-F238E27FC236}">
                <a16:creationId xmlns:a16="http://schemas.microsoft.com/office/drawing/2014/main" id="{E72EA9B7-5E65-6914-2E45-24BB51FA9ADD}"/>
              </a:ext>
            </a:extLst>
          </p:cNvPr>
          <p:cNvGrpSpPr/>
          <p:nvPr/>
        </p:nvGrpSpPr>
        <p:grpSpPr>
          <a:xfrm>
            <a:off x="4522905" y="5800742"/>
            <a:ext cx="114653" cy="236945"/>
            <a:chOff x="3793510" y="2965779"/>
            <a:chExt cx="66675" cy="202215"/>
          </a:xfrm>
        </p:grpSpPr>
        <p:sp>
          <p:nvSpPr>
            <p:cNvPr id="1232" name="手繪多邊形: 圖案 1231">
              <a:extLst>
                <a:ext uri="{FF2B5EF4-FFF2-40B4-BE49-F238E27FC236}">
                  <a16:creationId xmlns:a16="http://schemas.microsoft.com/office/drawing/2014/main" id="{28B7A91F-84F9-A678-113F-AF05039CB69A}"/>
                </a:ext>
              </a:extLst>
            </p:cNvPr>
            <p:cNvSpPr/>
            <p:nvPr/>
          </p:nvSpPr>
          <p:spPr>
            <a:xfrm>
              <a:off x="3826848" y="2965779"/>
              <a:ext cx="9525" cy="152209"/>
            </a:xfrm>
            <a:custGeom>
              <a:avLst/>
              <a:gdLst>
                <a:gd name="connsiteX0" fmla="*/ 0 w 9525"/>
                <a:gd name="connsiteY0" fmla="*/ 0 h 152209"/>
                <a:gd name="connsiteX1" fmla="*/ 0 w 9525"/>
                <a:gd name="connsiteY1" fmla="*/ 152210 h 152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52209">
                  <a:moveTo>
                    <a:pt x="0" y="0"/>
                  </a:moveTo>
                  <a:lnTo>
                    <a:pt x="0" y="15221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33" name="手繪多邊形: 圖案 1232">
              <a:extLst>
                <a:ext uri="{FF2B5EF4-FFF2-40B4-BE49-F238E27FC236}">
                  <a16:creationId xmlns:a16="http://schemas.microsoft.com/office/drawing/2014/main" id="{22B9A8E3-905A-4FCB-5158-D723C8A3FB11}"/>
                </a:ext>
              </a:extLst>
            </p:cNvPr>
            <p:cNvSpPr/>
            <p:nvPr/>
          </p:nvSpPr>
          <p:spPr>
            <a:xfrm>
              <a:off x="3793510" y="3101320"/>
              <a:ext cx="66675" cy="66675"/>
            </a:xfrm>
            <a:custGeom>
              <a:avLst/>
              <a:gdLst>
                <a:gd name="connsiteX0" fmla="*/ 33338 w 66675"/>
                <a:gd name="connsiteY0" fmla="*/ 66675 h 66675"/>
                <a:gd name="connsiteX1" fmla="*/ 0 w 66675"/>
                <a:gd name="connsiteY1" fmla="*/ 0 h 66675"/>
                <a:gd name="connsiteX2" fmla="*/ 33338 w 66675"/>
                <a:gd name="connsiteY2" fmla="*/ 16669 h 66675"/>
                <a:gd name="connsiteX3" fmla="*/ 66675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33338" y="66675"/>
                  </a:moveTo>
                  <a:lnTo>
                    <a:pt x="0" y="0"/>
                  </a:lnTo>
                  <a:lnTo>
                    <a:pt x="33338" y="16669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335" name="群組 1334">
            <a:extLst>
              <a:ext uri="{FF2B5EF4-FFF2-40B4-BE49-F238E27FC236}">
                <a16:creationId xmlns:a16="http://schemas.microsoft.com/office/drawing/2014/main" id="{18944F62-2EE2-B8B2-4F4E-E7C5D9183EAF}"/>
              </a:ext>
            </a:extLst>
          </p:cNvPr>
          <p:cNvGrpSpPr/>
          <p:nvPr/>
        </p:nvGrpSpPr>
        <p:grpSpPr>
          <a:xfrm>
            <a:off x="5798189" y="3026469"/>
            <a:ext cx="835045" cy="3269720"/>
            <a:chOff x="6456505" y="320056"/>
            <a:chExt cx="835045" cy="3269720"/>
          </a:xfrm>
        </p:grpSpPr>
        <p:grpSp>
          <p:nvGrpSpPr>
            <p:cNvPr id="1334" name="群組 1333">
              <a:extLst>
                <a:ext uri="{FF2B5EF4-FFF2-40B4-BE49-F238E27FC236}">
                  <a16:creationId xmlns:a16="http://schemas.microsoft.com/office/drawing/2014/main" id="{21F339FA-E16C-36E5-B6FC-0A0191A05C34}"/>
                </a:ext>
              </a:extLst>
            </p:cNvPr>
            <p:cNvGrpSpPr/>
            <p:nvPr/>
          </p:nvGrpSpPr>
          <p:grpSpPr>
            <a:xfrm>
              <a:off x="6456505" y="359119"/>
              <a:ext cx="775156" cy="3230657"/>
              <a:chOff x="5772125" y="3048833"/>
              <a:chExt cx="775156" cy="3230657"/>
            </a:xfrm>
          </p:grpSpPr>
          <p:cxnSp>
            <p:nvCxnSpPr>
              <p:cNvPr id="1309" name="直線接點 1308">
                <a:extLst>
                  <a:ext uri="{FF2B5EF4-FFF2-40B4-BE49-F238E27FC236}">
                    <a16:creationId xmlns:a16="http://schemas.microsoft.com/office/drawing/2014/main" id="{492C873B-E6EE-381B-48C6-027618AE4D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2125" y="6279490"/>
                <a:ext cx="20151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12" name="直線接點 1311">
                <a:extLst>
                  <a:ext uri="{FF2B5EF4-FFF2-40B4-BE49-F238E27FC236}">
                    <a16:creationId xmlns:a16="http://schemas.microsoft.com/office/drawing/2014/main" id="{1BE7A06B-966B-6268-747B-90914EFA8B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77467" y="3048833"/>
                <a:ext cx="0" cy="323065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4" name="直線接點 1323">
                <a:extLst>
                  <a:ext uri="{FF2B5EF4-FFF2-40B4-BE49-F238E27FC236}">
                    <a16:creationId xmlns:a16="http://schemas.microsoft.com/office/drawing/2014/main" id="{7A77B49C-0FB2-A5B5-C911-262BD3A536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73637" y="3063669"/>
                <a:ext cx="57364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36" name="手繪多邊形: 圖案 1235">
              <a:extLst>
                <a:ext uri="{FF2B5EF4-FFF2-40B4-BE49-F238E27FC236}">
                  <a16:creationId xmlns:a16="http://schemas.microsoft.com/office/drawing/2014/main" id="{59E59889-992D-FA53-263F-76BF1F7E763B}"/>
                </a:ext>
              </a:extLst>
            </p:cNvPr>
            <p:cNvSpPr/>
            <p:nvPr/>
          </p:nvSpPr>
          <p:spPr>
            <a:xfrm>
              <a:off x="7176897" y="320056"/>
              <a:ext cx="114653" cy="78126"/>
            </a:xfrm>
            <a:custGeom>
              <a:avLst/>
              <a:gdLst>
                <a:gd name="connsiteX0" fmla="*/ 66675 w 66675"/>
                <a:gd name="connsiteY0" fmla="*/ 33338 h 66675"/>
                <a:gd name="connsiteX1" fmla="*/ 0 w 66675"/>
                <a:gd name="connsiteY1" fmla="*/ 66675 h 66675"/>
                <a:gd name="connsiteX2" fmla="*/ 16669 w 66675"/>
                <a:gd name="connsiteY2" fmla="*/ 33338 h 66675"/>
                <a:gd name="connsiteX3" fmla="*/ 0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66675" y="33338"/>
                  </a:moveTo>
                  <a:lnTo>
                    <a:pt x="0" y="66675"/>
                  </a:lnTo>
                  <a:lnTo>
                    <a:pt x="16669" y="33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37" name="圖形 1177">
            <a:extLst>
              <a:ext uri="{FF2B5EF4-FFF2-40B4-BE49-F238E27FC236}">
                <a16:creationId xmlns:a16="http://schemas.microsoft.com/office/drawing/2014/main" id="{0EC2189F-6568-4DE8-9FF7-74F7926EC212}"/>
              </a:ext>
            </a:extLst>
          </p:cNvPr>
          <p:cNvGrpSpPr/>
          <p:nvPr/>
        </p:nvGrpSpPr>
        <p:grpSpPr>
          <a:xfrm>
            <a:off x="7490439" y="3319122"/>
            <a:ext cx="114653" cy="328910"/>
            <a:chOff x="5519249" y="847896"/>
            <a:chExt cx="66675" cy="280701"/>
          </a:xfrm>
        </p:grpSpPr>
        <p:sp>
          <p:nvSpPr>
            <p:cNvPr id="1238" name="手繪多邊形: 圖案 1237">
              <a:extLst>
                <a:ext uri="{FF2B5EF4-FFF2-40B4-BE49-F238E27FC236}">
                  <a16:creationId xmlns:a16="http://schemas.microsoft.com/office/drawing/2014/main" id="{D8FFC5C3-9B34-688F-34A2-091EF6946B04}"/>
                </a:ext>
              </a:extLst>
            </p:cNvPr>
            <p:cNvSpPr/>
            <p:nvPr/>
          </p:nvSpPr>
          <p:spPr>
            <a:xfrm>
              <a:off x="5552587" y="847896"/>
              <a:ext cx="9525" cy="230695"/>
            </a:xfrm>
            <a:custGeom>
              <a:avLst/>
              <a:gdLst>
                <a:gd name="connsiteX0" fmla="*/ 0 w 9525"/>
                <a:gd name="connsiteY0" fmla="*/ 0 h 230695"/>
                <a:gd name="connsiteX1" fmla="*/ 0 w 9525"/>
                <a:gd name="connsiteY1" fmla="*/ 230695 h 23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30695">
                  <a:moveTo>
                    <a:pt x="0" y="0"/>
                  </a:moveTo>
                  <a:lnTo>
                    <a:pt x="0" y="23069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39" name="手繪多邊形: 圖案 1238">
              <a:extLst>
                <a:ext uri="{FF2B5EF4-FFF2-40B4-BE49-F238E27FC236}">
                  <a16:creationId xmlns:a16="http://schemas.microsoft.com/office/drawing/2014/main" id="{359DA66E-D7B7-829D-AC27-C7076C946662}"/>
                </a:ext>
              </a:extLst>
            </p:cNvPr>
            <p:cNvSpPr/>
            <p:nvPr/>
          </p:nvSpPr>
          <p:spPr>
            <a:xfrm>
              <a:off x="5519249" y="1061922"/>
              <a:ext cx="66675" cy="66675"/>
            </a:xfrm>
            <a:custGeom>
              <a:avLst/>
              <a:gdLst>
                <a:gd name="connsiteX0" fmla="*/ 33338 w 66675"/>
                <a:gd name="connsiteY0" fmla="*/ 66675 h 66675"/>
                <a:gd name="connsiteX1" fmla="*/ 0 w 66675"/>
                <a:gd name="connsiteY1" fmla="*/ 0 h 66675"/>
                <a:gd name="connsiteX2" fmla="*/ 33338 w 66675"/>
                <a:gd name="connsiteY2" fmla="*/ 16669 h 66675"/>
                <a:gd name="connsiteX3" fmla="*/ 66675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33338" y="66675"/>
                  </a:moveTo>
                  <a:lnTo>
                    <a:pt x="0" y="0"/>
                  </a:lnTo>
                  <a:lnTo>
                    <a:pt x="33338" y="16669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40" name="圖形 1177">
            <a:extLst>
              <a:ext uri="{FF2B5EF4-FFF2-40B4-BE49-F238E27FC236}">
                <a16:creationId xmlns:a16="http://schemas.microsoft.com/office/drawing/2014/main" id="{28D16884-1F08-3A4A-831C-674016BFDF3E}"/>
              </a:ext>
            </a:extLst>
          </p:cNvPr>
          <p:cNvGrpSpPr/>
          <p:nvPr/>
        </p:nvGrpSpPr>
        <p:grpSpPr>
          <a:xfrm>
            <a:off x="7490439" y="4106856"/>
            <a:ext cx="114653" cy="434046"/>
            <a:chOff x="5519249" y="1520170"/>
            <a:chExt cx="66675" cy="370427"/>
          </a:xfrm>
        </p:grpSpPr>
        <p:sp>
          <p:nvSpPr>
            <p:cNvPr id="1241" name="手繪多邊形: 圖案 1240">
              <a:extLst>
                <a:ext uri="{FF2B5EF4-FFF2-40B4-BE49-F238E27FC236}">
                  <a16:creationId xmlns:a16="http://schemas.microsoft.com/office/drawing/2014/main" id="{AC417023-A95C-356E-88D7-56D8EAB8BCC6}"/>
                </a:ext>
              </a:extLst>
            </p:cNvPr>
            <p:cNvSpPr/>
            <p:nvPr/>
          </p:nvSpPr>
          <p:spPr>
            <a:xfrm>
              <a:off x="5552587" y="1520170"/>
              <a:ext cx="9525" cy="320421"/>
            </a:xfrm>
            <a:custGeom>
              <a:avLst/>
              <a:gdLst>
                <a:gd name="connsiteX0" fmla="*/ 0 w 9525"/>
                <a:gd name="connsiteY0" fmla="*/ 0 h 320421"/>
                <a:gd name="connsiteX1" fmla="*/ 0 w 9525"/>
                <a:gd name="connsiteY1" fmla="*/ 320421 h 320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320421">
                  <a:moveTo>
                    <a:pt x="0" y="0"/>
                  </a:moveTo>
                  <a:lnTo>
                    <a:pt x="0" y="32042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42" name="手繪多邊形: 圖案 1241">
              <a:extLst>
                <a:ext uri="{FF2B5EF4-FFF2-40B4-BE49-F238E27FC236}">
                  <a16:creationId xmlns:a16="http://schemas.microsoft.com/office/drawing/2014/main" id="{8823787C-A90A-D9E4-908C-F43CE2731EE9}"/>
                </a:ext>
              </a:extLst>
            </p:cNvPr>
            <p:cNvSpPr/>
            <p:nvPr/>
          </p:nvSpPr>
          <p:spPr>
            <a:xfrm>
              <a:off x="5519249" y="1823922"/>
              <a:ext cx="66675" cy="66675"/>
            </a:xfrm>
            <a:custGeom>
              <a:avLst/>
              <a:gdLst>
                <a:gd name="connsiteX0" fmla="*/ 33338 w 66675"/>
                <a:gd name="connsiteY0" fmla="*/ 66675 h 66675"/>
                <a:gd name="connsiteX1" fmla="*/ 0 w 66675"/>
                <a:gd name="connsiteY1" fmla="*/ 0 h 66675"/>
                <a:gd name="connsiteX2" fmla="*/ 33338 w 66675"/>
                <a:gd name="connsiteY2" fmla="*/ 16669 h 66675"/>
                <a:gd name="connsiteX3" fmla="*/ 66675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33338" y="66675"/>
                  </a:moveTo>
                  <a:lnTo>
                    <a:pt x="0" y="0"/>
                  </a:lnTo>
                  <a:lnTo>
                    <a:pt x="33338" y="16669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43" name="圖形 1177">
            <a:extLst>
              <a:ext uri="{FF2B5EF4-FFF2-40B4-BE49-F238E27FC236}">
                <a16:creationId xmlns:a16="http://schemas.microsoft.com/office/drawing/2014/main" id="{9DF105FC-9428-386F-F9D8-8D1CA0548526}"/>
              </a:ext>
            </a:extLst>
          </p:cNvPr>
          <p:cNvGrpSpPr/>
          <p:nvPr/>
        </p:nvGrpSpPr>
        <p:grpSpPr>
          <a:xfrm>
            <a:off x="7490439" y="4999727"/>
            <a:ext cx="114653" cy="342081"/>
            <a:chOff x="5519249" y="2282170"/>
            <a:chExt cx="66675" cy="291941"/>
          </a:xfrm>
        </p:grpSpPr>
        <p:sp>
          <p:nvSpPr>
            <p:cNvPr id="1244" name="手繪多邊形: 圖案 1243">
              <a:extLst>
                <a:ext uri="{FF2B5EF4-FFF2-40B4-BE49-F238E27FC236}">
                  <a16:creationId xmlns:a16="http://schemas.microsoft.com/office/drawing/2014/main" id="{4C7D0670-CB0D-F182-5ECE-23CDDD7D5573}"/>
                </a:ext>
              </a:extLst>
            </p:cNvPr>
            <p:cNvSpPr/>
            <p:nvPr/>
          </p:nvSpPr>
          <p:spPr>
            <a:xfrm>
              <a:off x="5552587" y="2282170"/>
              <a:ext cx="9525" cy="241934"/>
            </a:xfrm>
            <a:custGeom>
              <a:avLst/>
              <a:gdLst>
                <a:gd name="connsiteX0" fmla="*/ 0 w 9525"/>
                <a:gd name="connsiteY0" fmla="*/ 0 h 241934"/>
                <a:gd name="connsiteX1" fmla="*/ 0 w 9525"/>
                <a:gd name="connsiteY1" fmla="*/ 241935 h 241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41934">
                  <a:moveTo>
                    <a:pt x="0" y="0"/>
                  </a:moveTo>
                  <a:lnTo>
                    <a:pt x="0" y="241935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45" name="手繪多邊形: 圖案 1244">
              <a:extLst>
                <a:ext uri="{FF2B5EF4-FFF2-40B4-BE49-F238E27FC236}">
                  <a16:creationId xmlns:a16="http://schemas.microsoft.com/office/drawing/2014/main" id="{7C46F1C8-B3E3-67BC-ECEA-A8A7058AC0B6}"/>
                </a:ext>
              </a:extLst>
            </p:cNvPr>
            <p:cNvSpPr/>
            <p:nvPr/>
          </p:nvSpPr>
          <p:spPr>
            <a:xfrm>
              <a:off x="5519249" y="2507436"/>
              <a:ext cx="66675" cy="66675"/>
            </a:xfrm>
            <a:custGeom>
              <a:avLst/>
              <a:gdLst>
                <a:gd name="connsiteX0" fmla="*/ 33338 w 66675"/>
                <a:gd name="connsiteY0" fmla="*/ 66675 h 66675"/>
                <a:gd name="connsiteX1" fmla="*/ 0 w 66675"/>
                <a:gd name="connsiteY1" fmla="*/ 0 h 66675"/>
                <a:gd name="connsiteX2" fmla="*/ 33338 w 66675"/>
                <a:gd name="connsiteY2" fmla="*/ 16669 h 66675"/>
                <a:gd name="connsiteX3" fmla="*/ 66675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33338" y="66675"/>
                  </a:moveTo>
                  <a:lnTo>
                    <a:pt x="0" y="0"/>
                  </a:lnTo>
                  <a:lnTo>
                    <a:pt x="33338" y="16669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46" name="圖形 1177">
            <a:extLst>
              <a:ext uri="{FF2B5EF4-FFF2-40B4-BE49-F238E27FC236}">
                <a16:creationId xmlns:a16="http://schemas.microsoft.com/office/drawing/2014/main" id="{88D1525E-08DF-755A-EFC8-6BF0C92FF502}"/>
              </a:ext>
            </a:extLst>
          </p:cNvPr>
          <p:cNvGrpSpPr/>
          <p:nvPr/>
        </p:nvGrpSpPr>
        <p:grpSpPr>
          <a:xfrm>
            <a:off x="7490439" y="5800742"/>
            <a:ext cx="114653" cy="131921"/>
            <a:chOff x="5519249" y="2965779"/>
            <a:chExt cx="66675" cy="112585"/>
          </a:xfrm>
        </p:grpSpPr>
        <p:sp>
          <p:nvSpPr>
            <p:cNvPr id="1247" name="手繪多邊形: 圖案 1246">
              <a:extLst>
                <a:ext uri="{FF2B5EF4-FFF2-40B4-BE49-F238E27FC236}">
                  <a16:creationId xmlns:a16="http://schemas.microsoft.com/office/drawing/2014/main" id="{AA1B5504-8902-D2DD-CBA6-EF5D5A6DD912}"/>
                </a:ext>
              </a:extLst>
            </p:cNvPr>
            <p:cNvSpPr/>
            <p:nvPr/>
          </p:nvSpPr>
          <p:spPr>
            <a:xfrm>
              <a:off x="5552587" y="2965779"/>
              <a:ext cx="9525" cy="62579"/>
            </a:xfrm>
            <a:custGeom>
              <a:avLst/>
              <a:gdLst>
                <a:gd name="connsiteX0" fmla="*/ 0 w 9525"/>
                <a:gd name="connsiteY0" fmla="*/ 0 h 62579"/>
                <a:gd name="connsiteX1" fmla="*/ 0 w 9525"/>
                <a:gd name="connsiteY1" fmla="*/ 62579 h 62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62579">
                  <a:moveTo>
                    <a:pt x="0" y="0"/>
                  </a:moveTo>
                  <a:lnTo>
                    <a:pt x="0" y="62579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48" name="手繪多邊形: 圖案 1247">
              <a:extLst>
                <a:ext uri="{FF2B5EF4-FFF2-40B4-BE49-F238E27FC236}">
                  <a16:creationId xmlns:a16="http://schemas.microsoft.com/office/drawing/2014/main" id="{F7F19E1F-62A9-48DA-9104-0A56E127B0E8}"/>
                </a:ext>
              </a:extLst>
            </p:cNvPr>
            <p:cNvSpPr/>
            <p:nvPr/>
          </p:nvSpPr>
          <p:spPr>
            <a:xfrm>
              <a:off x="5519249" y="3011690"/>
              <a:ext cx="66675" cy="66675"/>
            </a:xfrm>
            <a:custGeom>
              <a:avLst/>
              <a:gdLst>
                <a:gd name="connsiteX0" fmla="*/ 33338 w 66675"/>
                <a:gd name="connsiteY0" fmla="*/ 66675 h 66675"/>
                <a:gd name="connsiteX1" fmla="*/ 0 w 66675"/>
                <a:gd name="connsiteY1" fmla="*/ 0 h 66675"/>
                <a:gd name="connsiteX2" fmla="*/ 33338 w 66675"/>
                <a:gd name="connsiteY2" fmla="*/ 16669 h 66675"/>
                <a:gd name="connsiteX3" fmla="*/ 66675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33338" y="66675"/>
                  </a:moveTo>
                  <a:lnTo>
                    <a:pt x="0" y="0"/>
                  </a:lnTo>
                  <a:lnTo>
                    <a:pt x="33338" y="16669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49" name="圖形 1177">
            <a:extLst>
              <a:ext uri="{FF2B5EF4-FFF2-40B4-BE49-F238E27FC236}">
                <a16:creationId xmlns:a16="http://schemas.microsoft.com/office/drawing/2014/main" id="{7EB36381-A83E-5234-8DDA-8286DF521FAF}"/>
              </a:ext>
            </a:extLst>
          </p:cNvPr>
          <p:cNvGrpSpPr/>
          <p:nvPr/>
        </p:nvGrpSpPr>
        <p:grpSpPr>
          <a:xfrm>
            <a:off x="7547766" y="6509124"/>
            <a:ext cx="3024860" cy="205471"/>
            <a:chOff x="5552587" y="3570331"/>
            <a:chExt cx="1759076" cy="175355"/>
          </a:xfrm>
        </p:grpSpPr>
        <p:sp>
          <p:nvSpPr>
            <p:cNvPr id="1250" name="手繪多邊形: 圖案 1249">
              <a:extLst>
                <a:ext uri="{FF2B5EF4-FFF2-40B4-BE49-F238E27FC236}">
                  <a16:creationId xmlns:a16="http://schemas.microsoft.com/office/drawing/2014/main" id="{FEDA0525-D6F9-6E56-CEAC-A7D58044912B}"/>
                </a:ext>
              </a:extLst>
            </p:cNvPr>
            <p:cNvSpPr/>
            <p:nvPr/>
          </p:nvSpPr>
          <p:spPr>
            <a:xfrm>
              <a:off x="5552587" y="3620337"/>
              <a:ext cx="1725739" cy="125349"/>
            </a:xfrm>
            <a:custGeom>
              <a:avLst/>
              <a:gdLst>
                <a:gd name="connsiteX0" fmla="*/ 0 w 1725739"/>
                <a:gd name="connsiteY0" fmla="*/ 28956 h 125349"/>
                <a:gd name="connsiteX1" fmla="*/ 0 w 1725739"/>
                <a:gd name="connsiteY1" fmla="*/ 77153 h 125349"/>
                <a:gd name="connsiteX2" fmla="*/ 95250 w 1725739"/>
                <a:gd name="connsiteY2" fmla="*/ 125349 h 125349"/>
                <a:gd name="connsiteX3" fmla="*/ 1630489 w 1725739"/>
                <a:gd name="connsiteY3" fmla="*/ 125349 h 125349"/>
                <a:gd name="connsiteX4" fmla="*/ 1725739 w 1725739"/>
                <a:gd name="connsiteY4" fmla="*/ 62675 h 125349"/>
                <a:gd name="connsiteX5" fmla="*/ 1725739 w 1725739"/>
                <a:gd name="connsiteY5" fmla="*/ 0 h 125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25739" h="125349">
                  <a:moveTo>
                    <a:pt x="0" y="28956"/>
                  </a:moveTo>
                  <a:lnTo>
                    <a:pt x="0" y="77153"/>
                  </a:lnTo>
                  <a:cubicBezTo>
                    <a:pt x="0" y="109280"/>
                    <a:pt x="31747" y="125349"/>
                    <a:pt x="95250" y="125349"/>
                  </a:cubicBezTo>
                  <a:lnTo>
                    <a:pt x="1630489" y="125349"/>
                  </a:lnTo>
                  <a:cubicBezTo>
                    <a:pt x="1693993" y="125349"/>
                    <a:pt x="1725739" y="104461"/>
                    <a:pt x="1725739" y="62675"/>
                  </a:cubicBezTo>
                  <a:lnTo>
                    <a:pt x="1725739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51" name="手繪多邊形: 圖案 1250">
              <a:extLst>
                <a:ext uri="{FF2B5EF4-FFF2-40B4-BE49-F238E27FC236}">
                  <a16:creationId xmlns:a16="http://schemas.microsoft.com/office/drawing/2014/main" id="{D531054A-0A4A-43EB-B93B-C463A89DE302}"/>
                </a:ext>
              </a:extLst>
            </p:cNvPr>
            <p:cNvSpPr/>
            <p:nvPr/>
          </p:nvSpPr>
          <p:spPr>
            <a:xfrm>
              <a:off x="7244989" y="3570331"/>
              <a:ext cx="66675" cy="66675"/>
            </a:xfrm>
            <a:custGeom>
              <a:avLst/>
              <a:gdLst>
                <a:gd name="connsiteX0" fmla="*/ 33338 w 66675"/>
                <a:gd name="connsiteY0" fmla="*/ 0 h 66675"/>
                <a:gd name="connsiteX1" fmla="*/ 66675 w 66675"/>
                <a:gd name="connsiteY1" fmla="*/ 66675 h 66675"/>
                <a:gd name="connsiteX2" fmla="*/ 33338 w 66675"/>
                <a:gd name="connsiteY2" fmla="*/ 50006 h 66675"/>
                <a:gd name="connsiteX3" fmla="*/ 0 w 66675"/>
                <a:gd name="connsiteY3" fmla="*/ 6667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33338" y="0"/>
                  </a:moveTo>
                  <a:lnTo>
                    <a:pt x="66675" y="66675"/>
                  </a:lnTo>
                  <a:lnTo>
                    <a:pt x="33338" y="50006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52" name="圖形 1177">
            <a:extLst>
              <a:ext uri="{FF2B5EF4-FFF2-40B4-BE49-F238E27FC236}">
                <a16:creationId xmlns:a16="http://schemas.microsoft.com/office/drawing/2014/main" id="{316AF62C-812A-EC43-37B4-DC3AFAE04EC9}"/>
              </a:ext>
            </a:extLst>
          </p:cNvPr>
          <p:cNvGrpSpPr/>
          <p:nvPr/>
        </p:nvGrpSpPr>
        <p:grpSpPr>
          <a:xfrm>
            <a:off x="8761773" y="3048001"/>
            <a:ext cx="791154" cy="3225406"/>
            <a:chOff x="6258580" y="624058"/>
            <a:chExt cx="303085" cy="2745105"/>
          </a:xfrm>
        </p:grpSpPr>
        <p:sp>
          <p:nvSpPr>
            <p:cNvPr id="1253" name="手繪多邊形: 圖案 1252">
              <a:extLst>
                <a:ext uri="{FF2B5EF4-FFF2-40B4-BE49-F238E27FC236}">
                  <a16:creationId xmlns:a16="http://schemas.microsoft.com/office/drawing/2014/main" id="{85C0875E-5DA3-C2BE-2F5A-006BECF6E6BE}"/>
                </a:ext>
              </a:extLst>
            </p:cNvPr>
            <p:cNvSpPr/>
            <p:nvPr/>
          </p:nvSpPr>
          <p:spPr>
            <a:xfrm>
              <a:off x="6258580" y="657395"/>
              <a:ext cx="253079" cy="2711767"/>
            </a:xfrm>
            <a:custGeom>
              <a:avLst/>
              <a:gdLst>
                <a:gd name="connsiteX0" fmla="*/ 0 w 253079"/>
                <a:gd name="connsiteY0" fmla="*/ 2711768 h 2711767"/>
                <a:gd name="connsiteX1" fmla="*/ 77819 w 253079"/>
                <a:gd name="connsiteY1" fmla="*/ 2711768 h 2711767"/>
                <a:gd name="connsiteX2" fmla="*/ 155734 w 253079"/>
                <a:gd name="connsiteY2" fmla="*/ 2616518 h 2711767"/>
                <a:gd name="connsiteX3" fmla="*/ 155734 w 253079"/>
                <a:gd name="connsiteY3" fmla="*/ 95250 h 2711767"/>
                <a:gd name="connsiteX4" fmla="*/ 204407 w 253079"/>
                <a:gd name="connsiteY4" fmla="*/ 0 h 2711767"/>
                <a:gd name="connsiteX5" fmla="*/ 253079 w 253079"/>
                <a:gd name="connsiteY5" fmla="*/ 0 h 2711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3079" h="2711767">
                  <a:moveTo>
                    <a:pt x="0" y="2711768"/>
                  </a:moveTo>
                  <a:lnTo>
                    <a:pt x="77819" y="2711768"/>
                  </a:lnTo>
                  <a:cubicBezTo>
                    <a:pt x="129759" y="2711768"/>
                    <a:pt x="155734" y="2680021"/>
                    <a:pt x="155734" y="2616518"/>
                  </a:cubicBezTo>
                  <a:lnTo>
                    <a:pt x="155734" y="95250"/>
                  </a:lnTo>
                  <a:cubicBezTo>
                    <a:pt x="155734" y="31750"/>
                    <a:pt x="171955" y="0"/>
                    <a:pt x="204407" y="0"/>
                  </a:cubicBezTo>
                  <a:lnTo>
                    <a:pt x="253079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54" name="手繪多邊形: 圖案 1253">
              <a:extLst>
                <a:ext uri="{FF2B5EF4-FFF2-40B4-BE49-F238E27FC236}">
                  <a16:creationId xmlns:a16="http://schemas.microsoft.com/office/drawing/2014/main" id="{ACED4C6A-3954-F7FC-45E3-EE5530F50E2D}"/>
                </a:ext>
              </a:extLst>
            </p:cNvPr>
            <p:cNvSpPr/>
            <p:nvPr/>
          </p:nvSpPr>
          <p:spPr>
            <a:xfrm>
              <a:off x="6494991" y="624058"/>
              <a:ext cx="66675" cy="66675"/>
            </a:xfrm>
            <a:custGeom>
              <a:avLst/>
              <a:gdLst>
                <a:gd name="connsiteX0" fmla="*/ 66675 w 66675"/>
                <a:gd name="connsiteY0" fmla="*/ 33338 h 66675"/>
                <a:gd name="connsiteX1" fmla="*/ 0 w 66675"/>
                <a:gd name="connsiteY1" fmla="*/ 66675 h 66675"/>
                <a:gd name="connsiteX2" fmla="*/ 16669 w 66675"/>
                <a:gd name="connsiteY2" fmla="*/ 33338 h 66675"/>
                <a:gd name="connsiteX3" fmla="*/ 0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66675" y="33338"/>
                  </a:moveTo>
                  <a:lnTo>
                    <a:pt x="0" y="66675"/>
                  </a:lnTo>
                  <a:lnTo>
                    <a:pt x="16669" y="33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55" name="圖形 1177">
            <a:extLst>
              <a:ext uri="{FF2B5EF4-FFF2-40B4-BE49-F238E27FC236}">
                <a16:creationId xmlns:a16="http://schemas.microsoft.com/office/drawing/2014/main" id="{5727634A-97A3-000A-1BC6-CFAFA3AB50C3}"/>
              </a:ext>
            </a:extLst>
          </p:cNvPr>
          <p:cNvGrpSpPr/>
          <p:nvPr/>
        </p:nvGrpSpPr>
        <p:grpSpPr>
          <a:xfrm>
            <a:off x="10454044" y="5878956"/>
            <a:ext cx="119301" cy="134119"/>
            <a:chOff x="7242703" y="3032529"/>
            <a:chExt cx="69378" cy="114461"/>
          </a:xfrm>
        </p:grpSpPr>
        <p:sp>
          <p:nvSpPr>
            <p:cNvPr id="1256" name="手繪多邊形: 圖案 1255">
              <a:extLst>
                <a:ext uri="{FF2B5EF4-FFF2-40B4-BE49-F238E27FC236}">
                  <a16:creationId xmlns:a16="http://schemas.microsoft.com/office/drawing/2014/main" id="{907AC331-31E2-0EDA-9B63-D956C7E953FC}"/>
                </a:ext>
              </a:extLst>
            </p:cNvPr>
            <p:cNvSpPr/>
            <p:nvPr/>
          </p:nvSpPr>
          <p:spPr>
            <a:xfrm>
              <a:off x="7278326" y="3055424"/>
              <a:ext cx="33755" cy="91566"/>
            </a:xfrm>
            <a:custGeom>
              <a:avLst/>
              <a:gdLst>
                <a:gd name="connsiteX0" fmla="*/ 0 w 9525"/>
                <a:gd name="connsiteY0" fmla="*/ 28956 h 28956"/>
                <a:gd name="connsiteX1" fmla="*/ 0 w 9525"/>
                <a:gd name="connsiteY1" fmla="*/ 0 h 28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8956">
                  <a:moveTo>
                    <a:pt x="0" y="28956"/>
                  </a:move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57" name="手繪多邊形: 圖案 1256">
              <a:extLst>
                <a:ext uri="{FF2B5EF4-FFF2-40B4-BE49-F238E27FC236}">
                  <a16:creationId xmlns:a16="http://schemas.microsoft.com/office/drawing/2014/main" id="{853687A2-06C6-5C8E-A1F7-E02FD7403164}"/>
                </a:ext>
              </a:extLst>
            </p:cNvPr>
            <p:cNvSpPr/>
            <p:nvPr/>
          </p:nvSpPr>
          <p:spPr>
            <a:xfrm>
              <a:off x="7242703" y="3032529"/>
              <a:ext cx="66675" cy="66675"/>
            </a:xfrm>
            <a:custGeom>
              <a:avLst/>
              <a:gdLst>
                <a:gd name="connsiteX0" fmla="*/ 33338 w 66675"/>
                <a:gd name="connsiteY0" fmla="*/ 0 h 66675"/>
                <a:gd name="connsiteX1" fmla="*/ 66675 w 66675"/>
                <a:gd name="connsiteY1" fmla="*/ 66675 h 66675"/>
                <a:gd name="connsiteX2" fmla="*/ 33338 w 66675"/>
                <a:gd name="connsiteY2" fmla="*/ 50006 h 66675"/>
                <a:gd name="connsiteX3" fmla="*/ 0 w 66675"/>
                <a:gd name="connsiteY3" fmla="*/ 6667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33338" y="0"/>
                  </a:moveTo>
                  <a:lnTo>
                    <a:pt x="66675" y="66675"/>
                  </a:lnTo>
                  <a:lnTo>
                    <a:pt x="33338" y="50006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58" name="圖形 1177">
            <a:extLst>
              <a:ext uri="{FF2B5EF4-FFF2-40B4-BE49-F238E27FC236}">
                <a16:creationId xmlns:a16="http://schemas.microsoft.com/office/drawing/2014/main" id="{42A9C6CE-3DAC-03AF-E658-686828026C7B}"/>
              </a:ext>
            </a:extLst>
          </p:cNvPr>
          <p:cNvGrpSpPr/>
          <p:nvPr/>
        </p:nvGrpSpPr>
        <p:grpSpPr>
          <a:xfrm>
            <a:off x="10463013" y="5289626"/>
            <a:ext cx="114653" cy="137428"/>
            <a:chOff x="7247919" y="2529578"/>
            <a:chExt cx="66675" cy="117285"/>
          </a:xfrm>
        </p:grpSpPr>
        <p:sp>
          <p:nvSpPr>
            <p:cNvPr id="1259" name="手繪多邊形: 圖案 1258">
              <a:extLst>
                <a:ext uri="{FF2B5EF4-FFF2-40B4-BE49-F238E27FC236}">
                  <a16:creationId xmlns:a16="http://schemas.microsoft.com/office/drawing/2014/main" id="{8704D43A-A069-52D2-CE66-95FD097A1DA4}"/>
                </a:ext>
              </a:extLst>
            </p:cNvPr>
            <p:cNvSpPr/>
            <p:nvPr/>
          </p:nvSpPr>
          <p:spPr>
            <a:xfrm>
              <a:off x="7278326" y="2560262"/>
              <a:ext cx="33755" cy="86601"/>
            </a:xfrm>
            <a:custGeom>
              <a:avLst/>
              <a:gdLst>
                <a:gd name="connsiteX0" fmla="*/ 0 w 9525"/>
                <a:gd name="connsiteY0" fmla="*/ 62579 h 62579"/>
                <a:gd name="connsiteX1" fmla="*/ 0 w 9525"/>
                <a:gd name="connsiteY1" fmla="*/ 0 h 62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62579">
                  <a:moveTo>
                    <a:pt x="0" y="62579"/>
                  </a:move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60" name="手繪多邊形: 圖案 1259">
              <a:extLst>
                <a:ext uri="{FF2B5EF4-FFF2-40B4-BE49-F238E27FC236}">
                  <a16:creationId xmlns:a16="http://schemas.microsoft.com/office/drawing/2014/main" id="{D929985A-24E5-B4FC-BFF4-B67D001468CE}"/>
                </a:ext>
              </a:extLst>
            </p:cNvPr>
            <p:cNvSpPr/>
            <p:nvPr/>
          </p:nvSpPr>
          <p:spPr>
            <a:xfrm>
              <a:off x="7247919" y="2529578"/>
              <a:ext cx="66675" cy="66675"/>
            </a:xfrm>
            <a:custGeom>
              <a:avLst/>
              <a:gdLst>
                <a:gd name="connsiteX0" fmla="*/ 33338 w 66675"/>
                <a:gd name="connsiteY0" fmla="*/ 0 h 66675"/>
                <a:gd name="connsiteX1" fmla="*/ 66675 w 66675"/>
                <a:gd name="connsiteY1" fmla="*/ 66675 h 66675"/>
                <a:gd name="connsiteX2" fmla="*/ 33338 w 66675"/>
                <a:gd name="connsiteY2" fmla="*/ 50006 h 66675"/>
                <a:gd name="connsiteX3" fmla="*/ 0 w 66675"/>
                <a:gd name="connsiteY3" fmla="*/ 6667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33338" y="0"/>
                  </a:moveTo>
                  <a:lnTo>
                    <a:pt x="66675" y="66675"/>
                  </a:lnTo>
                  <a:lnTo>
                    <a:pt x="33338" y="50006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61" name="圖形 1177">
            <a:extLst>
              <a:ext uri="{FF2B5EF4-FFF2-40B4-BE49-F238E27FC236}">
                <a16:creationId xmlns:a16="http://schemas.microsoft.com/office/drawing/2014/main" id="{3F5897B1-25A6-1A92-D0A6-186942602438}"/>
              </a:ext>
            </a:extLst>
          </p:cNvPr>
          <p:cNvGrpSpPr/>
          <p:nvPr/>
        </p:nvGrpSpPr>
        <p:grpSpPr>
          <a:xfrm>
            <a:off x="10457975" y="3319122"/>
            <a:ext cx="114653" cy="118751"/>
            <a:chOff x="7244989" y="847896"/>
            <a:chExt cx="66675" cy="101345"/>
          </a:xfrm>
        </p:grpSpPr>
        <p:sp>
          <p:nvSpPr>
            <p:cNvPr id="1262" name="手繪多邊形: 圖案 1261">
              <a:extLst>
                <a:ext uri="{FF2B5EF4-FFF2-40B4-BE49-F238E27FC236}">
                  <a16:creationId xmlns:a16="http://schemas.microsoft.com/office/drawing/2014/main" id="{992D225B-8164-C9F8-B6D1-E597574C6F07}"/>
                </a:ext>
              </a:extLst>
            </p:cNvPr>
            <p:cNvSpPr/>
            <p:nvPr/>
          </p:nvSpPr>
          <p:spPr>
            <a:xfrm>
              <a:off x="7278326" y="847896"/>
              <a:ext cx="9525" cy="51339"/>
            </a:xfrm>
            <a:custGeom>
              <a:avLst/>
              <a:gdLst>
                <a:gd name="connsiteX0" fmla="*/ 0 w 9525"/>
                <a:gd name="connsiteY0" fmla="*/ 0 h 51339"/>
                <a:gd name="connsiteX1" fmla="*/ 0 w 9525"/>
                <a:gd name="connsiteY1" fmla="*/ 51340 h 51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51339">
                  <a:moveTo>
                    <a:pt x="0" y="0"/>
                  </a:moveTo>
                  <a:lnTo>
                    <a:pt x="0" y="5134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63" name="手繪多邊形: 圖案 1262">
              <a:extLst>
                <a:ext uri="{FF2B5EF4-FFF2-40B4-BE49-F238E27FC236}">
                  <a16:creationId xmlns:a16="http://schemas.microsoft.com/office/drawing/2014/main" id="{66C47BED-8169-97FE-A881-D5ABE488B822}"/>
                </a:ext>
              </a:extLst>
            </p:cNvPr>
            <p:cNvSpPr/>
            <p:nvPr/>
          </p:nvSpPr>
          <p:spPr>
            <a:xfrm>
              <a:off x="7244989" y="882567"/>
              <a:ext cx="66675" cy="66675"/>
            </a:xfrm>
            <a:custGeom>
              <a:avLst/>
              <a:gdLst>
                <a:gd name="connsiteX0" fmla="*/ 33338 w 66675"/>
                <a:gd name="connsiteY0" fmla="*/ 66675 h 66675"/>
                <a:gd name="connsiteX1" fmla="*/ 0 w 66675"/>
                <a:gd name="connsiteY1" fmla="*/ 0 h 66675"/>
                <a:gd name="connsiteX2" fmla="*/ 33338 w 66675"/>
                <a:gd name="connsiteY2" fmla="*/ 16669 h 66675"/>
                <a:gd name="connsiteX3" fmla="*/ 66675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33338" y="66675"/>
                  </a:moveTo>
                  <a:lnTo>
                    <a:pt x="0" y="0"/>
                  </a:lnTo>
                  <a:lnTo>
                    <a:pt x="33338" y="16669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64" name="圖形 1177">
            <a:extLst>
              <a:ext uri="{FF2B5EF4-FFF2-40B4-BE49-F238E27FC236}">
                <a16:creationId xmlns:a16="http://schemas.microsoft.com/office/drawing/2014/main" id="{5877272A-A847-4370-9264-CC2BB1036C73}"/>
              </a:ext>
            </a:extLst>
          </p:cNvPr>
          <p:cNvGrpSpPr/>
          <p:nvPr/>
        </p:nvGrpSpPr>
        <p:grpSpPr>
          <a:xfrm>
            <a:off x="10457975" y="4106856"/>
            <a:ext cx="114653" cy="92635"/>
            <a:chOff x="7244989" y="1520170"/>
            <a:chExt cx="66675" cy="79057"/>
          </a:xfrm>
        </p:grpSpPr>
        <p:sp>
          <p:nvSpPr>
            <p:cNvPr id="1265" name="手繪多邊形: 圖案 1264">
              <a:extLst>
                <a:ext uri="{FF2B5EF4-FFF2-40B4-BE49-F238E27FC236}">
                  <a16:creationId xmlns:a16="http://schemas.microsoft.com/office/drawing/2014/main" id="{2FD3F0C2-6C4B-5F80-1FA8-B74101631506}"/>
                </a:ext>
              </a:extLst>
            </p:cNvPr>
            <p:cNvSpPr/>
            <p:nvPr/>
          </p:nvSpPr>
          <p:spPr>
            <a:xfrm>
              <a:off x="7278326" y="1520170"/>
              <a:ext cx="9525" cy="29051"/>
            </a:xfrm>
            <a:custGeom>
              <a:avLst/>
              <a:gdLst>
                <a:gd name="connsiteX0" fmla="*/ 0 w 9525"/>
                <a:gd name="connsiteY0" fmla="*/ 0 h 29051"/>
                <a:gd name="connsiteX1" fmla="*/ 0 w 9525"/>
                <a:gd name="connsiteY1" fmla="*/ 29051 h 29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9051">
                  <a:moveTo>
                    <a:pt x="0" y="0"/>
                  </a:moveTo>
                  <a:lnTo>
                    <a:pt x="0" y="2905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66" name="手繪多邊形: 圖案 1265">
              <a:extLst>
                <a:ext uri="{FF2B5EF4-FFF2-40B4-BE49-F238E27FC236}">
                  <a16:creationId xmlns:a16="http://schemas.microsoft.com/office/drawing/2014/main" id="{83BF5368-A0D6-58B8-1251-AAEEA5765C97}"/>
                </a:ext>
              </a:extLst>
            </p:cNvPr>
            <p:cNvSpPr/>
            <p:nvPr/>
          </p:nvSpPr>
          <p:spPr>
            <a:xfrm>
              <a:off x="7244989" y="1532553"/>
              <a:ext cx="66675" cy="66675"/>
            </a:xfrm>
            <a:custGeom>
              <a:avLst/>
              <a:gdLst>
                <a:gd name="connsiteX0" fmla="*/ 33338 w 66675"/>
                <a:gd name="connsiteY0" fmla="*/ 66675 h 66675"/>
                <a:gd name="connsiteX1" fmla="*/ 0 w 66675"/>
                <a:gd name="connsiteY1" fmla="*/ 0 h 66675"/>
                <a:gd name="connsiteX2" fmla="*/ 33338 w 66675"/>
                <a:gd name="connsiteY2" fmla="*/ 16669 h 66675"/>
                <a:gd name="connsiteX3" fmla="*/ 66675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33338" y="66675"/>
                  </a:moveTo>
                  <a:lnTo>
                    <a:pt x="0" y="0"/>
                  </a:lnTo>
                  <a:lnTo>
                    <a:pt x="33338" y="16669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67" name="圖形 1177">
            <a:extLst>
              <a:ext uri="{FF2B5EF4-FFF2-40B4-BE49-F238E27FC236}">
                <a16:creationId xmlns:a16="http://schemas.microsoft.com/office/drawing/2014/main" id="{7A3DBBEE-7641-B9C9-A25B-2B063FDE7B2D}"/>
              </a:ext>
            </a:extLst>
          </p:cNvPr>
          <p:cNvGrpSpPr/>
          <p:nvPr/>
        </p:nvGrpSpPr>
        <p:grpSpPr>
          <a:xfrm>
            <a:off x="11718298" y="3778615"/>
            <a:ext cx="168902" cy="1374451"/>
            <a:chOff x="7977917" y="1240040"/>
            <a:chExt cx="98223" cy="1172994"/>
          </a:xfrm>
        </p:grpSpPr>
        <p:sp>
          <p:nvSpPr>
            <p:cNvPr id="1268" name="手繪多邊形: 圖案 1267">
              <a:extLst>
                <a:ext uri="{FF2B5EF4-FFF2-40B4-BE49-F238E27FC236}">
                  <a16:creationId xmlns:a16="http://schemas.microsoft.com/office/drawing/2014/main" id="{3FAFC96F-C784-C996-B51D-AAE1969C8E8A}"/>
                </a:ext>
              </a:extLst>
            </p:cNvPr>
            <p:cNvSpPr/>
            <p:nvPr/>
          </p:nvSpPr>
          <p:spPr>
            <a:xfrm>
              <a:off x="7984224" y="1240040"/>
              <a:ext cx="91916" cy="1154239"/>
            </a:xfrm>
            <a:custGeom>
              <a:avLst/>
              <a:gdLst>
                <a:gd name="connsiteX0" fmla="*/ 0 w 91916"/>
                <a:gd name="connsiteY0" fmla="*/ 0 h 1154239"/>
                <a:gd name="connsiteX1" fmla="*/ 46006 w 91916"/>
                <a:gd name="connsiteY1" fmla="*/ 0 h 1154239"/>
                <a:gd name="connsiteX2" fmla="*/ 91916 w 91916"/>
                <a:gd name="connsiteY2" fmla="*/ 95250 h 1154239"/>
                <a:gd name="connsiteX3" fmla="*/ 91916 w 91916"/>
                <a:gd name="connsiteY3" fmla="*/ 1058989 h 1154239"/>
                <a:gd name="connsiteX4" fmla="*/ 76295 w 91916"/>
                <a:gd name="connsiteY4" fmla="*/ 1154239 h 1154239"/>
                <a:gd name="connsiteX5" fmla="*/ 60674 w 91916"/>
                <a:gd name="connsiteY5" fmla="*/ 1154239 h 1154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916" h="1154239">
                  <a:moveTo>
                    <a:pt x="0" y="0"/>
                  </a:moveTo>
                  <a:lnTo>
                    <a:pt x="46006" y="0"/>
                  </a:lnTo>
                  <a:cubicBezTo>
                    <a:pt x="76610" y="0"/>
                    <a:pt x="91916" y="31750"/>
                    <a:pt x="91916" y="95250"/>
                  </a:cubicBezTo>
                  <a:lnTo>
                    <a:pt x="91916" y="1058989"/>
                  </a:lnTo>
                  <a:cubicBezTo>
                    <a:pt x="91916" y="1122493"/>
                    <a:pt x="86706" y="1154239"/>
                    <a:pt x="76295" y="1154239"/>
                  </a:cubicBezTo>
                  <a:lnTo>
                    <a:pt x="60674" y="1154239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69" name="手繪多邊形: 圖案 1268">
              <a:extLst>
                <a:ext uri="{FF2B5EF4-FFF2-40B4-BE49-F238E27FC236}">
                  <a16:creationId xmlns:a16="http://schemas.microsoft.com/office/drawing/2014/main" id="{AABD81AA-A5BF-EE14-5C97-4FA3B7EB4962}"/>
                </a:ext>
              </a:extLst>
            </p:cNvPr>
            <p:cNvSpPr/>
            <p:nvPr/>
          </p:nvSpPr>
          <p:spPr>
            <a:xfrm>
              <a:off x="7977917" y="2346359"/>
              <a:ext cx="66675" cy="66675"/>
            </a:xfrm>
            <a:custGeom>
              <a:avLst/>
              <a:gdLst>
                <a:gd name="connsiteX0" fmla="*/ 0 w 66675"/>
                <a:gd name="connsiteY0" fmla="*/ 33338 h 66675"/>
                <a:gd name="connsiteX1" fmla="*/ 66675 w 66675"/>
                <a:gd name="connsiteY1" fmla="*/ 0 h 66675"/>
                <a:gd name="connsiteX2" fmla="*/ 50006 w 66675"/>
                <a:gd name="connsiteY2" fmla="*/ 33338 h 66675"/>
                <a:gd name="connsiteX3" fmla="*/ 66675 w 66675"/>
                <a:gd name="connsiteY3" fmla="*/ 6667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0" y="33338"/>
                  </a:moveTo>
                  <a:lnTo>
                    <a:pt x="66675" y="0"/>
                  </a:lnTo>
                  <a:lnTo>
                    <a:pt x="50006" y="33338"/>
                  </a:lnTo>
                  <a:lnTo>
                    <a:pt x="66675" y="6667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270" name="圖形 1177">
            <a:extLst>
              <a:ext uri="{FF2B5EF4-FFF2-40B4-BE49-F238E27FC236}">
                <a16:creationId xmlns:a16="http://schemas.microsoft.com/office/drawing/2014/main" id="{B0153461-129B-653F-4290-DAC4C9536B29}"/>
              </a:ext>
            </a:extLst>
          </p:cNvPr>
          <p:cNvGrpSpPr/>
          <p:nvPr/>
        </p:nvGrpSpPr>
        <p:grpSpPr>
          <a:xfrm>
            <a:off x="10446086" y="4658428"/>
            <a:ext cx="127259" cy="217526"/>
            <a:chOff x="7238075" y="1990896"/>
            <a:chExt cx="74006" cy="185643"/>
          </a:xfrm>
        </p:grpSpPr>
        <p:sp>
          <p:nvSpPr>
            <p:cNvPr id="1271" name="手繪多邊形: 圖案 1270">
              <a:extLst>
                <a:ext uri="{FF2B5EF4-FFF2-40B4-BE49-F238E27FC236}">
                  <a16:creationId xmlns:a16="http://schemas.microsoft.com/office/drawing/2014/main" id="{90BDC5F3-BA3B-82F6-343B-CF5AB3BC8818}"/>
                </a:ext>
              </a:extLst>
            </p:cNvPr>
            <p:cNvSpPr/>
            <p:nvPr/>
          </p:nvSpPr>
          <p:spPr>
            <a:xfrm>
              <a:off x="7278326" y="1990896"/>
              <a:ext cx="33755" cy="165448"/>
            </a:xfrm>
            <a:custGeom>
              <a:avLst/>
              <a:gdLst>
                <a:gd name="connsiteX0" fmla="*/ 0 w 9525"/>
                <a:gd name="connsiteY0" fmla="*/ 0 h 152209"/>
                <a:gd name="connsiteX1" fmla="*/ 0 w 9525"/>
                <a:gd name="connsiteY1" fmla="*/ 152209 h 152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52209">
                  <a:moveTo>
                    <a:pt x="0" y="0"/>
                  </a:moveTo>
                  <a:lnTo>
                    <a:pt x="0" y="152209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272" name="手繪多邊形: 圖案 1271">
              <a:extLst>
                <a:ext uri="{FF2B5EF4-FFF2-40B4-BE49-F238E27FC236}">
                  <a16:creationId xmlns:a16="http://schemas.microsoft.com/office/drawing/2014/main" id="{8995BAAE-C660-AE05-6880-181C674AF48C}"/>
                </a:ext>
              </a:extLst>
            </p:cNvPr>
            <p:cNvSpPr/>
            <p:nvPr/>
          </p:nvSpPr>
          <p:spPr>
            <a:xfrm>
              <a:off x="7238075" y="2109864"/>
              <a:ext cx="66675" cy="66675"/>
            </a:xfrm>
            <a:custGeom>
              <a:avLst/>
              <a:gdLst>
                <a:gd name="connsiteX0" fmla="*/ 33338 w 66675"/>
                <a:gd name="connsiteY0" fmla="*/ 66675 h 66675"/>
                <a:gd name="connsiteX1" fmla="*/ 0 w 66675"/>
                <a:gd name="connsiteY1" fmla="*/ 0 h 66675"/>
                <a:gd name="connsiteX2" fmla="*/ 33338 w 66675"/>
                <a:gd name="connsiteY2" fmla="*/ 16669 h 66675"/>
                <a:gd name="connsiteX3" fmla="*/ 66675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33338" y="66675"/>
                  </a:moveTo>
                  <a:lnTo>
                    <a:pt x="0" y="0"/>
                  </a:lnTo>
                  <a:lnTo>
                    <a:pt x="33338" y="16669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1274" name="手繪多邊形: 圖案 1273">
            <a:extLst>
              <a:ext uri="{FF2B5EF4-FFF2-40B4-BE49-F238E27FC236}">
                <a16:creationId xmlns:a16="http://schemas.microsoft.com/office/drawing/2014/main" id="{3D708F59-7DB2-E9FA-4DFB-ADCA8DB81278}"/>
              </a:ext>
            </a:extLst>
          </p:cNvPr>
          <p:cNvSpPr/>
          <p:nvPr/>
        </p:nvSpPr>
        <p:spPr>
          <a:xfrm>
            <a:off x="343493" y="765339"/>
            <a:ext cx="2424082" cy="446435"/>
          </a:xfrm>
          <a:custGeom>
            <a:avLst/>
            <a:gdLst>
              <a:gd name="connsiteX0" fmla="*/ 1386840 w 1409700"/>
              <a:gd name="connsiteY0" fmla="*/ 0 h 381000"/>
              <a:gd name="connsiteX1" fmla="*/ 1409700 w 1409700"/>
              <a:gd name="connsiteY1" fmla="*/ 22860 h 381000"/>
              <a:gd name="connsiteX2" fmla="*/ 1409700 w 1409700"/>
              <a:gd name="connsiteY2" fmla="*/ 358140 h 381000"/>
              <a:gd name="connsiteX3" fmla="*/ 1386840 w 1409700"/>
              <a:gd name="connsiteY3" fmla="*/ 381000 h 381000"/>
              <a:gd name="connsiteX4" fmla="*/ 22860 w 1409700"/>
              <a:gd name="connsiteY4" fmla="*/ 381000 h 381000"/>
              <a:gd name="connsiteX5" fmla="*/ 0 w 1409700"/>
              <a:gd name="connsiteY5" fmla="*/ 358140 h 381000"/>
              <a:gd name="connsiteX6" fmla="*/ 0 w 1409700"/>
              <a:gd name="connsiteY6" fmla="*/ 22860 h 381000"/>
              <a:gd name="connsiteX7" fmla="*/ 22860 w 14097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09700" h="381000">
                <a:moveTo>
                  <a:pt x="1386840" y="0"/>
                </a:moveTo>
                <a:cubicBezTo>
                  <a:pt x="1399465" y="0"/>
                  <a:pt x="1409700" y="10235"/>
                  <a:pt x="1409700" y="22860"/>
                </a:cubicBezTo>
                <a:lnTo>
                  <a:pt x="1409700" y="358140"/>
                </a:lnTo>
                <a:cubicBezTo>
                  <a:pt x="1409700" y="370765"/>
                  <a:pt x="1399465" y="381000"/>
                  <a:pt x="1386840" y="381000"/>
                </a:cubicBezTo>
                <a:lnTo>
                  <a:pt x="22860" y="381000"/>
                </a:lnTo>
                <a:cubicBezTo>
                  <a:pt x="10235" y="381000"/>
                  <a:pt x="0" y="370765"/>
                  <a:pt x="0" y="358140"/>
                </a:cubicBezTo>
                <a:lnTo>
                  <a:pt x="0" y="22860"/>
                </a:lnTo>
                <a:cubicBezTo>
                  <a:pt x="0" y="10235"/>
                  <a:pt x="10235" y="0"/>
                  <a:pt x="22860" y="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啟動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XAMPP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服務器</a:t>
            </a:r>
          </a:p>
        </p:txBody>
      </p:sp>
      <p:sp>
        <p:nvSpPr>
          <p:cNvPr id="1275" name="手繪多邊形: 圖案 1274">
            <a:extLst>
              <a:ext uri="{FF2B5EF4-FFF2-40B4-BE49-F238E27FC236}">
                <a16:creationId xmlns:a16="http://schemas.microsoft.com/office/drawing/2014/main" id="{F941CF1C-AFA0-EC59-0DA8-8871C1F654FE}"/>
              </a:ext>
            </a:extLst>
          </p:cNvPr>
          <p:cNvSpPr/>
          <p:nvPr/>
        </p:nvSpPr>
        <p:spPr>
          <a:xfrm>
            <a:off x="343493" y="1334543"/>
            <a:ext cx="2424082" cy="446435"/>
          </a:xfrm>
          <a:custGeom>
            <a:avLst/>
            <a:gdLst>
              <a:gd name="connsiteX0" fmla="*/ 1386840 w 1409700"/>
              <a:gd name="connsiteY0" fmla="*/ 0 h 381000"/>
              <a:gd name="connsiteX1" fmla="*/ 1409700 w 1409700"/>
              <a:gd name="connsiteY1" fmla="*/ 22860 h 381000"/>
              <a:gd name="connsiteX2" fmla="*/ 1409700 w 1409700"/>
              <a:gd name="connsiteY2" fmla="*/ 358140 h 381000"/>
              <a:gd name="connsiteX3" fmla="*/ 1386840 w 1409700"/>
              <a:gd name="connsiteY3" fmla="*/ 381000 h 381000"/>
              <a:gd name="connsiteX4" fmla="*/ 22860 w 1409700"/>
              <a:gd name="connsiteY4" fmla="*/ 381000 h 381000"/>
              <a:gd name="connsiteX5" fmla="*/ 0 w 1409700"/>
              <a:gd name="connsiteY5" fmla="*/ 358140 h 381000"/>
              <a:gd name="connsiteX6" fmla="*/ 0 w 1409700"/>
              <a:gd name="connsiteY6" fmla="*/ 22860 h 381000"/>
              <a:gd name="connsiteX7" fmla="*/ 22860 w 14097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09700" h="381000">
                <a:moveTo>
                  <a:pt x="1386840" y="0"/>
                </a:moveTo>
                <a:cubicBezTo>
                  <a:pt x="1399465" y="0"/>
                  <a:pt x="1409700" y="10235"/>
                  <a:pt x="1409700" y="22860"/>
                </a:cubicBezTo>
                <a:lnTo>
                  <a:pt x="1409700" y="358140"/>
                </a:lnTo>
                <a:cubicBezTo>
                  <a:pt x="1409700" y="370765"/>
                  <a:pt x="1399465" y="381000"/>
                  <a:pt x="1386840" y="381000"/>
                </a:cubicBezTo>
                <a:lnTo>
                  <a:pt x="22860" y="381000"/>
                </a:lnTo>
                <a:cubicBezTo>
                  <a:pt x="10235" y="381000"/>
                  <a:pt x="0" y="370765"/>
                  <a:pt x="0" y="358140"/>
                </a:cubicBezTo>
                <a:lnTo>
                  <a:pt x="0" y="22860"/>
                </a:lnTo>
                <a:cubicBezTo>
                  <a:pt x="0" y="10235"/>
                  <a:pt x="10235" y="0"/>
                  <a:pt x="22860" y="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開啟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Nessus Scanner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76" name="手繪多邊形: 圖案 1275">
            <a:extLst>
              <a:ext uri="{FF2B5EF4-FFF2-40B4-BE49-F238E27FC236}">
                <a16:creationId xmlns:a16="http://schemas.microsoft.com/office/drawing/2014/main" id="{0893182E-8AF4-AEDD-0283-E3C16B2BA0E0}"/>
              </a:ext>
            </a:extLst>
          </p:cNvPr>
          <p:cNvSpPr/>
          <p:nvPr/>
        </p:nvSpPr>
        <p:spPr>
          <a:xfrm>
            <a:off x="343493" y="1917175"/>
            <a:ext cx="2424082" cy="446435"/>
          </a:xfrm>
          <a:custGeom>
            <a:avLst/>
            <a:gdLst>
              <a:gd name="connsiteX0" fmla="*/ 1386840 w 1409700"/>
              <a:gd name="connsiteY0" fmla="*/ 0 h 381000"/>
              <a:gd name="connsiteX1" fmla="*/ 1409700 w 1409700"/>
              <a:gd name="connsiteY1" fmla="*/ 22860 h 381000"/>
              <a:gd name="connsiteX2" fmla="*/ 1409700 w 1409700"/>
              <a:gd name="connsiteY2" fmla="*/ 358140 h 381000"/>
              <a:gd name="connsiteX3" fmla="*/ 1386840 w 1409700"/>
              <a:gd name="connsiteY3" fmla="*/ 381000 h 381000"/>
              <a:gd name="connsiteX4" fmla="*/ 22860 w 1409700"/>
              <a:gd name="connsiteY4" fmla="*/ 381000 h 381000"/>
              <a:gd name="connsiteX5" fmla="*/ 0 w 1409700"/>
              <a:gd name="connsiteY5" fmla="*/ 358140 h 381000"/>
              <a:gd name="connsiteX6" fmla="*/ 0 w 1409700"/>
              <a:gd name="connsiteY6" fmla="*/ 22860 h 381000"/>
              <a:gd name="connsiteX7" fmla="*/ 22860 w 14097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09700" h="381000">
                <a:moveTo>
                  <a:pt x="1386840" y="0"/>
                </a:moveTo>
                <a:cubicBezTo>
                  <a:pt x="1399465" y="0"/>
                  <a:pt x="1409700" y="10235"/>
                  <a:pt x="1409700" y="22860"/>
                </a:cubicBezTo>
                <a:lnTo>
                  <a:pt x="1409700" y="358140"/>
                </a:lnTo>
                <a:cubicBezTo>
                  <a:pt x="1409700" y="370765"/>
                  <a:pt x="1399465" y="381000"/>
                  <a:pt x="1386840" y="381000"/>
                </a:cubicBezTo>
                <a:lnTo>
                  <a:pt x="22860" y="381000"/>
                </a:lnTo>
                <a:cubicBezTo>
                  <a:pt x="10235" y="381000"/>
                  <a:pt x="0" y="370765"/>
                  <a:pt x="0" y="358140"/>
                </a:cubicBezTo>
                <a:lnTo>
                  <a:pt x="0" y="22860"/>
                </a:lnTo>
                <a:cubicBezTo>
                  <a:pt x="0" y="10235"/>
                  <a:pt x="10235" y="0"/>
                  <a:pt x="22860" y="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確認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Plugins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版本為最新</a:t>
            </a:r>
          </a:p>
        </p:txBody>
      </p:sp>
      <p:sp>
        <p:nvSpPr>
          <p:cNvPr id="1277" name="手繪多邊形: 圖案 1276">
            <a:extLst>
              <a:ext uri="{FF2B5EF4-FFF2-40B4-BE49-F238E27FC236}">
                <a16:creationId xmlns:a16="http://schemas.microsoft.com/office/drawing/2014/main" id="{B8AE65C6-F56E-8703-1850-FBF3580B3423}"/>
              </a:ext>
            </a:extLst>
          </p:cNvPr>
          <p:cNvSpPr/>
          <p:nvPr/>
        </p:nvSpPr>
        <p:spPr>
          <a:xfrm>
            <a:off x="3327040" y="762918"/>
            <a:ext cx="2424082" cy="446435"/>
          </a:xfrm>
          <a:custGeom>
            <a:avLst/>
            <a:gdLst>
              <a:gd name="connsiteX0" fmla="*/ 1386840 w 1409700"/>
              <a:gd name="connsiteY0" fmla="*/ 0 h 381000"/>
              <a:gd name="connsiteX1" fmla="*/ 1409700 w 1409700"/>
              <a:gd name="connsiteY1" fmla="*/ 22860 h 381000"/>
              <a:gd name="connsiteX2" fmla="*/ 1409700 w 1409700"/>
              <a:gd name="connsiteY2" fmla="*/ 358140 h 381000"/>
              <a:gd name="connsiteX3" fmla="*/ 1386840 w 1409700"/>
              <a:gd name="connsiteY3" fmla="*/ 381000 h 381000"/>
              <a:gd name="connsiteX4" fmla="*/ 22860 w 1409700"/>
              <a:gd name="connsiteY4" fmla="*/ 381000 h 381000"/>
              <a:gd name="connsiteX5" fmla="*/ 0 w 1409700"/>
              <a:gd name="connsiteY5" fmla="*/ 358140 h 381000"/>
              <a:gd name="connsiteX6" fmla="*/ 0 w 1409700"/>
              <a:gd name="connsiteY6" fmla="*/ 22860 h 381000"/>
              <a:gd name="connsiteX7" fmla="*/ 22860 w 14097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09700" h="381000">
                <a:moveTo>
                  <a:pt x="1386840" y="0"/>
                </a:moveTo>
                <a:cubicBezTo>
                  <a:pt x="1399465" y="0"/>
                  <a:pt x="1409700" y="10235"/>
                  <a:pt x="1409700" y="22860"/>
                </a:cubicBezTo>
                <a:lnTo>
                  <a:pt x="1409700" y="358140"/>
                </a:lnTo>
                <a:cubicBezTo>
                  <a:pt x="1409700" y="370765"/>
                  <a:pt x="1399465" y="381000"/>
                  <a:pt x="1386840" y="381000"/>
                </a:cubicBezTo>
                <a:lnTo>
                  <a:pt x="22860" y="381000"/>
                </a:lnTo>
                <a:cubicBezTo>
                  <a:pt x="10235" y="381000"/>
                  <a:pt x="0" y="370765"/>
                  <a:pt x="0" y="358140"/>
                </a:cubicBezTo>
                <a:lnTo>
                  <a:pt x="0" y="22860"/>
                </a:lnTo>
                <a:cubicBezTo>
                  <a:pt x="0" y="10235"/>
                  <a:pt x="10235" y="0"/>
                  <a:pt x="22860" y="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Advanced Scan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→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XAMPP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78" name="手繪多邊形: 圖案 1277">
            <a:extLst>
              <a:ext uri="{FF2B5EF4-FFF2-40B4-BE49-F238E27FC236}">
                <a16:creationId xmlns:a16="http://schemas.microsoft.com/office/drawing/2014/main" id="{0EEEC57B-10A7-107D-5BFE-DE514099F500}"/>
              </a:ext>
            </a:extLst>
          </p:cNvPr>
          <p:cNvSpPr/>
          <p:nvPr/>
        </p:nvSpPr>
        <p:spPr>
          <a:xfrm>
            <a:off x="3348043" y="1334543"/>
            <a:ext cx="2424082" cy="446435"/>
          </a:xfrm>
          <a:custGeom>
            <a:avLst/>
            <a:gdLst>
              <a:gd name="connsiteX0" fmla="*/ 1386840 w 1409700"/>
              <a:gd name="connsiteY0" fmla="*/ 0 h 381000"/>
              <a:gd name="connsiteX1" fmla="*/ 1409700 w 1409700"/>
              <a:gd name="connsiteY1" fmla="*/ 22860 h 381000"/>
              <a:gd name="connsiteX2" fmla="*/ 1409700 w 1409700"/>
              <a:gd name="connsiteY2" fmla="*/ 358140 h 381000"/>
              <a:gd name="connsiteX3" fmla="*/ 1386840 w 1409700"/>
              <a:gd name="connsiteY3" fmla="*/ 381000 h 381000"/>
              <a:gd name="connsiteX4" fmla="*/ 22860 w 1409700"/>
              <a:gd name="connsiteY4" fmla="*/ 381000 h 381000"/>
              <a:gd name="connsiteX5" fmla="*/ 0 w 1409700"/>
              <a:gd name="connsiteY5" fmla="*/ 358140 h 381000"/>
              <a:gd name="connsiteX6" fmla="*/ 0 w 1409700"/>
              <a:gd name="connsiteY6" fmla="*/ 22860 h 381000"/>
              <a:gd name="connsiteX7" fmla="*/ 22860 w 14097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09700" h="381000">
                <a:moveTo>
                  <a:pt x="1386840" y="0"/>
                </a:moveTo>
                <a:cubicBezTo>
                  <a:pt x="1399465" y="0"/>
                  <a:pt x="1409700" y="10235"/>
                  <a:pt x="1409700" y="22860"/>
                </a:cubicBezTo>
                <a:lnTo>
                  <a:pt x="1409700" y="358140"/>
                </a:lnTo>
                <a:cubicBezTo>
                  <a:pt x="1409700" y="370765"/>
                  <a:pt x="1399465" y="381000"/>
                  <a:pt x="1386840" y="381000"/>
                </a:cubicBezTo>
                <a:lnTo>
                  <a:pt x="22860" y="381000"/>
                </a:lnTo>
                <a:cubicBezTo>
                  <a:pt x="10235" y="381000"/>
                  <a:pt x="0" y="370765"/>
                  <a:pt x="0" y="358140"/>
                </a:cubicBezTo>
                <a:lnTo>
                  <a:pt x="0" y="22860"/>
                </a:lnTo>
                <a:cubicBezTo>
                  <a:pt x="0" y="10235"/>
                  <a:pt x="10235" y="0"/>
                  <a:pt x="22860" y="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啟動掃描並等待完成</a:t>
            </a:r>
          </a:p>
        </p:txBody>
      </p:sp>
      <p:sp>
        <p:nvSpPr>
          <p:cNvPr id="1280" name="手繪多邊形: 圖案 1279">
            <a:extLst>
              <a:ext uri="{FF2B5EF4-FFF2-40B4-BE49-F238E27FC236}">
                <a16:creationId xmlns:a16="http://schemas.microsoft.com/office/drawing/2014/main" id="{D248AC44-5B30-2330-8970-A0F70896AD51}"/>
              </a:ext>
            </a:extLst>
          </p:cNvPr>
          <p:cNvSpPr/>
          <p:nvPr/>
        </p:nvSpPr>
        <p:spPr>
          <a:xfrm>
            <a:off x="343493" y="72586"/>
            <a:ext cx="2424082" cy="446435"/>
          </a:xfrm>
          <a:custGeom>
            <a:avLst/>
            <a:gdLst>
              <a:gd name="connsiteX0" fmla="*/ 431578 w 1409700"/>
              <a:gd name="connsiteY0" fmla="*/ 0 h 381000"/>
              <a:gd name="connsiteX1" fmla="*/ 978122 w 1409700"/>
              <a:gd name="connsiteY1" fmla="*/ 0 h 381000"/>
              <a:gd name="connsiteX2" fmla="*/ 1409700 w 1409700"/>
              <a:gd name="connsiteY2" fmla="*/ 190500 h 381000"/>
              <a:gd name="connsiteX3" fmla="*/ 978122 w 1409700"/>
              <a:gd name="connsiteY3" fmla="*/ 381000 h 381000"/>
              <a:gd name="connsiteX4" fmla="*/ 431578 w 1409700"/>
              <a:gd name="connsiteY4" fmla="*/ 381000 h 381000"/>
              <a:gd name="connsiteX5" fmla="*/ 0 w 1409700"/>
              <a:gd name="connsiteY5" fmla="*/ 190500 h 381000"/>
              <a:gd name="connsiteX6" fmla="*/ 431578 w 1409700"/>
              <a:gd name="connsiteY6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09700" h="381000">
                <a:moveTo>
                  <a:pt x="431578" y="0"/>
                </a:moveTo>
                <a:lnTo>
                  <a:pt x="978122" y="0"/>
                </a:lnTo>
                <a:cubicBezTo>
                  <a:pt x="1216533" y="0"/>
                  <a:pt x="1409700" y="85249"/>
                  <a:pt x="1409700" y="190500"/>
                </a:cubicBezTo>
                <a:cubicBezTo>
                  <a:pt x="1409700" y="295751"/>
                  <a:pt x="1216533" y="381000"/>
                  <a:pt x="978122" y="381000"/>
                </a:cubicBezTo>
                <a:lnTo>
                  <a:pt x="431578" y="381000"/>
                </a:lnTo>
                <a:cubicBezTo>
                  <a:pt x="193167" y="381000"/>
                  <a:pt x="0" y="295751"/>
                  <a:pt x="0" y="190500"/>
                </a:cubicBezTo>
                <a:cubicBezTo>
                  <a:pt x="0" y="85249"/>
                  <a:pt x="193167" y="0"/>
                  <a:pt x="431578" y="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開始</a:t>
            </a:r>
          </a:p>
        </p:txBody>
      </p:sp>
      <p:sp>
        <p:nvSpPr>
          <p:cNvPr id="1281" name="手繪多邊形: 圖案 1280">
            <a:extLst>
              <a:ext uri="{FF2B5EF4-FFF2-40B4-BE49-F238E27FC236}">
                <a16:creationId xmlns:a16="http://schemas.microsoft.com/office/drawing/2014/main" id="{0E415763-9207-737B-DCCD-47F53128C4C8}"/>
              </a:ext>
            </a:extLst>
          </p:cNvPr>
          <p:cNvSpPr/>
          <p:nvPr/>
        </p:nvSpPr>
        <p:spPr>
          <a:xfrm>
            <a:off x="452205" y="2866773"/>
            <a:ext cx="2424082" cy="446435"/>
          </a:xfrm>
          <a:custGeom>
            <a:avLst/>
            <a:gdLst>
              <a:gd name="connsiteX0" fmla="*/ 1386840 w 1409700"/>
              <a:gd name="connsiteY0" fmla="*/ 0 h 381000"/>
              <a:gd name="connsiteX1" fmla="*/ 1409700 w 1409700"/>
              <a:gd name="connsiteY1" fmla="*/ 22860 h 381000"/>
              <a:gd name="connsiteX2" fmla="*/ 1409700 w 1409700"/>
              <a:gd name="connsiteY2" fmla="*/ 358140 h 381000"/>
              <a:gd name="connsiteX3" fmla="*/ 1386840 w 1409700"/>
              <a:gd name="connsiteY3" fmla="*/ 381000 h 381000"/>
              <a:gd name="connsiteX4" fmla="*/ 22860 w 1409700"/>
              <a:gd name="connsiteY4" fmla="*/ 381000 h 381000"/>
              <a:gd name="connsiteX5" fmla="*/ 0 w 1409700"/>
              <a:gd name="connsiteY5" fmla="*/ 358140 h 381000"/>
              <a:gd name="connsiteX6" fmla="*/ 0 w 1409700"/>
              <a:gd name="connsiteY6" fmla="*/ 22860 h 381000"/>
              <a:gd name="connsiteX7" fmla="*/ 22860 w 1409700"/>
              <a:gd name="connsiteY7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09700" h="381000">
                <a:moveTo>
                  <a:pt x="1386840" y="0"/>
                </a:moveTo>
                <a:cubicBezTo>
                  <a:pt x="1399465" y="0"/>
                  <a:pt x="1409700" y="10235"/>
                  <a:pt x="1409700" y="22860"/>
                </a:cubicBezTo>
                <a:lnTo>
                  <a:pt x="1409700" y="358140"/>
                </a:lnTo>
                <a:cubicBezTo>
                  <a:pt x="1409700" y="370765"/>
                  <a:pt x="1399465" y="381000"/>
                  <a:pt x="1386840" y="381000"/>
                </a:cubicBezTo>
                <a:lnTo>
                  <a:pt x="22860" y="381000"/>
                </a:lnTo>
                <a:cubicBezTo>
                  <a:pt x="10235" y="381000"/>
                  <a:pt x="0" y="370765"/>
                  <a:pt x="0" y="358140"/>
                </a:cubicBezTo>
                <a:lnTo>
                  <a:pt x="0" y="22860"/>
                </a:lnTo>
                <a:cubicBezTo>
                  <a:pt x="0" y="10235"/>
                  <a:pt x="10235" y="0"/>
                  <a:pt x="22860" y="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開啟本地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分析頁面</a:t>
            </a:r>
          </a:p>
        </p:txBody>
      </p:sp>
      <p:sp>
        <p:nvSpPr>
          <p:cNvPr id="1282" name="矩形 1281">
            <a:extLst>
              <a:ext uri="{FF2B5EF4-FFF2-40B4-BE49-F238E27FC236}">
                <a16:creationId xmlns:a16="http://schemas.microsoft.com/office/drawing/2014/main" id="{8DA76188-0B63-BBE1-BCDF-ED2E0D290DE7}"/>
              </a:ext>
            </a:extLst>
          </p:cNvPr>
          <p:cNvSpPr/>
          <p:nvPr/>
        </p:nvSpPr>
        <p:spPr>
          <a:xfrm>
            <a:off x="194733" y="634318"/>
            <a:ext cx="5671960" cy="203526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284" name="直線單箭頭接點 1283">
            <a:extLst>
              <a:ext uri="{FF2B5EF4-FFF2-40B4-BE49-F238E27FC236}">
                <a16:creationId xmlns:a16="http://schemas.microsoft.com/office/drawing/2014/main" id="{DA0E7D04-3C64-AEFB-5492-F1121D67F1DD}"/>
              </a:ext>
            </a:extLst>
          </p:cNvPr>
          <p:cNvCxnSpPr>
            <a:cxnSpLocks/>
          </p:cNvCxnSpPr>
          <p:nvPr/>
        </p:nvCxnSpPr>
        <p:spPr>
          <a:xfrm>
            <a:off x="1555534" y="519021"/>
            <a:ext cx="0" cy="243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0" name="直線單箭頭接點 1289">
            <a:extLst>
              <a:ext uri="{FF2B5EF4-FFF2-40B4-BE49-F238E27FC236}">
                <a16:creationId xmlns:a16="http://schemas.microsoft.com/office/drawing/2014/main" id="{E1C11C40-51B3-96B0-C674-5B88D05EF888}"/>
              </a:ext>
            </a:extLst>
          </p:cNvPr>
          <p:cNvCxnSpPr/>
          <p:nvPr/>
        </p:nvCxnSpPr>
        <p:spPr>
          <a:xfrm>
            <a:off x="1555534" y="1209353"/>
            <a:ext cx="0" cy="125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1" name="直線單箭頭接點 1290">
            <a:extLst>
              <a:ext uri="{FF2B5EF4-FFF2-40B4-BE49-F238E27FC236}">
                <a16:creationId xmlns:a16="http://schemas.microsoft.com/office/drawing/2014/main" id="{B3232736-5DB0-E406-D5C9-6CD69822AC67}"/>
              </a:ext>
            </a:extLst>
          </p:cNvPr>
          <p:cNvCxnSpPr>
            <a:cxnSpLocks/>
          </p:cNvCxnSpPr>
          <p:nvPr/>
        </p:nvCxnSpPr>
        <p:spPr>
          <a:xfrm>
            <a:off x="1553201" y="1780978"/>
            <a:ext cx="0" cy="125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04" name="群組 1303">
            <a:extLst>
              <a:ext uri="{FF2B5EF4-FFF2-40B4-BE49-F238E27FC236}">
                <a16:creationId xmlns:a16="http://schemas.microsoft.com/office/drawing/2014/main" id="{03C9B5AB-E651-B3A3-E218-544CB18E4EE3}"/>
              </a:ext>
            </a:extLst>
          </p:cNvPr>
          <p:cNvGrpSpPr/>
          <p:nvPr/>
        </p:nvGrpSpPr>
        <p:grpSpPr>
          <a:xfrm>
            <a:off x="2762910" y="905062"/>
            <a:ext cx="548402" cy="1276368"/>
            <a:chOff x="2762910" y="905062"/>
            <a:chExt cx="548402" cy="1276368"/>
          </a:xfrm>
        </p:grpSpPr>
        <p:sp>
          <p:nvSpPr>
            <p:cNvPr id="1302" name="手繪多邊形: 圖案 1301">
              <a:extLst>
                <a:ext uri="{FF2B5EF4-FFF2-40B4-BE49-F238E27FC236}">
                  <a16:creationId xmlns:a16="http://schemas.microsoft.com/office/drawing/2014/main" id="{DD9008BC-9AE7-22CF-0FFD-A85B3DB19218}"/>
                </a:ext>
              </a:extLst>
            </p:cNvPr>
            <p:cNvSpPr/>
            <p:nvPr/>
          </p:nvSpPr>
          <p:spPr>
            <a:xfrm>
              <a:off x="2762910" y="951031"/>
              <a:ext cx="478799" cy="1230399"/>
            </a:xfrm>
            <a:custGeom>
              <a:avLst/>
              <a:gdLst>
                <a:gd name="connsiteX0" fmla="*/ 0 w 253174"/>
                <a:gd name="connsiteY0" fmla="*/ 1445514 h 1445514"/>
                <a:gd name="connsiteX1" fmla="*/ 79629 w 253174"/>
                <a:gd name="connsiteY1" fmla="*/ 1445514 h 1445514"/>
                <a:gd name="connsiteX2" fmla="*/ 159163 w 253174"/>
                <a:gd name="connsiteY2" fmla="*/ 1350264 h 1445514"/>
                <a:gd name="connsiteX3" fmla="*/ 159163 w 253174"/>
                <a:gd name="connsiteY3" fmla="*/ 95250 h 1445514"/>
                <a:gd name="connsiteX4" fmla="*/ 206121 w 253174"/>
                <a:gd name="connsiteY4" fmla="*/ 0 h 1445514"/>
                <a:gd name="connsiteX5" fmla="*/ 253174 w 253174"/>
                <a:gd name="connsiteY5" fmla="*/ 0 h 1445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3174" h="1445514">
                  <a:moveTo>
                    <a:pt x="0" y="1445514"/>
                  </a:moveTo>
                  <a:lnTo>
                    <a:pt x="79629" y="1445514"/>
                  </a:lnTo>
                  <a:cubicBezTo>
                    <a:pt x="132655" y="1445514"/>
                    <a:pt x="159163" y="1413767"/>
                    <a:pt x="159163" y="1350264"/>
                  </a:cubicBezTo>
                  <a:lnTo>
                    <a:pt x="159163" y="95250"/>
                  </a:lnTo>
                  <a:cubicBezTo>
                    <a:pt x="159163" y="31750"/>
                    <a:pt x="174812" y="0"/>
                    <a:pt x="206121" y="0"/>
                  </a:cubicBezTo>
                  <a:lnTo>
                    <a:pt x="253174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303" name="手繪多邊形: 圖案 1302">
              <a:extLst>
                <a:ext uri="{FF2B5EF4-FFF2-40B4-BE49-F238E27FC236}">
                  <a16:creationId xmlns:a16="http://schemas.microsoft.com/office/drawing/2014/main" id="{13461293-D106-62B1-F10A-8820509EACC2}"/>
                </a:ext>
              </a:extLst>
            </p:cNvPr>
            <p:cNvSpPr/>
            <p:nvPr/>
          </p:nvSpPr>
          <p:spPr>
            <a:xfrm>
              <a:off x="3196660" y="905062"/>
              <a:ext cx="114652" cy="78126"/>
            </a:xfrm>
            <a:custGeom>
              <a:avLst/>
              <a:gdLst>
                <a:gd name="connsiteX0" fmla="*/ 66675 w 66675"/>
                <a:gd name="connsiteY0" fmla="*/ 33338 h 66675"/>
                <a:gd name="connsiteX1" fmla="*/ 0 w 66675"/>
                <a:gd name="connsiteY1" fmla="*/ 66675 h 66675"/>
                <a:gd name="connsiteX2" fmla="*/ 16669 w 66675"/>
                <a:gd name="connsiteY2" fmla="*/ 33338 h 66675"/>
                <a:gd name="connsiteX3" fmla="*/ 0 w 66675"/>
                <a:gd name="connsiteY3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75" h="66675">
                  <a:moveTo>
                    <a:pt x="66675" y="33338"/>
                  </a:moveTo>
                  <a:lnTo>
                    <a:pt x="0" y="66675"/>
                  </a:lnTo>
                  <a:lnTo>
                    <a:pt x="16669" y="33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zh-TW" altLang="en-US" sz="12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1308" name="手繪多邊形: 圖案 1307">
            <a:extLst>
              <a:ext uri="{FF2B5EF4-FFF2-40B4-BE49-F238E27FC236}">
                <a16:creationId xmlns:a16="http://schemas.microsoft.com/office/drawing/2014/main" id="{21985020-61A5-C2EF-D2E3-8C845B65CEF1}"/>
              </a:ext>
            </a:extLst>
          </p:cNvPr>
          <p:cNvSpPr/>
          <p:nvPr/>
        </p:nvSpPr>
        <p:spPr>
          <a:xfrm rot="10800000">
            <a:off x="1495873" y="2778249"/>
            <a:ext cx="114653" cy="78126"/>
          </a:xfrm>
          <a:custGeom>
            <a:avLst/>
            <a:gdLst>
              <a:gd name="connsiteX0" fmla="*/ 33338 w 66675"/>
              <a:gd name="connsiteY0" fmla="*/ 0 h 66675"/>
              <a:gd name="connsiteX1" fmla="*/ 66675 w 66675"/>
              <a:gd name="connsiteY1" fmla="*/ 66675 h 66675"/>
              <a:gd name="connsiteX2" fmla="*/ 33338 w 66675"/>
              <a:gd name="connsiteY2" fmla="*/ 50006 h 66675"/>
              <a:gd name="connsiteX3" fmla="*/ 0 w 66675"/>
              <a:gd name="connsiteY3" fmla="*/ 66675 h 6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675" h="66675">
                <a:moveTo>
                  <a:pt x="33338" y="0"/>
                </a:moveTo>
                <a:lnTo>
                  <a:pt x="66675" y="66675"/>
                </a:lnTo>
                <a:lnTo>
                  <a:pt x="33338" y="50006"/>
                </a:lnTo>
                <a:lnTo>
                  <a:pt x="0" y="66675"/>
                </a:lnTo>
                <a:close/>
              </a:path>
            </a:pathLst>
          </a:custGeom>
          <a:solidFill>
            <a:srgbClr val="000000"/>
          </a:solidFill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zh-TW" altLang="en-US" sz="12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11" name="手繪多邊形: 圖案 1310">
            <a:extLst>
              <a:ext uri="{FF2B5EF4-FFF2-40B4-BE49-F238E27FC236}">
                <a16:creationId xmlns:a16="http://schemas.microsoft.com/office/drawing/2014/main" id="{C244EC77-633E-113D-7AAF-226D60746056}"/>
              </a:ext>
            </a:extLst>
          </p:cNvPr>
          <p:cNvSpPr/>
          <p:nvPr/>
        </p:nvSpPr>
        <p:spPr>
          <a:xfrm rot="5400000" flipH="1">
            <a:off x="2785032" y="1103614"/>
            <a:ext cx="504332" cy="2967999"/>
          </a:xfrm>
          <a:custGeom>
            <a:avLst/>
            <a:gdLst>
              <a:gd name="connsiteX0" fmla="*/ 0 w 253079"/>
              <a:gd name="connsiteY0" fmla="*/ 2711768 h 2711767"/>
              <a:gd name="connsiteX1" fmla="*/ 77819 w 253079"/>
              <a:gd name="connsiteY1" fmla="*/ 2711768 h 2711767"/>
              <a:gd name="connsiteX2" fmla="*/ 155734 w 253079"/>
              <a:gd name="connsiteY2" fmla="*/ 2616518 h 2711767"/>
              <a:gd name="connsiteX3" fmla="*/ 155734 w 253079"/>
              <a:gd name="connsiteY3" fmla="*/ 95250 h 2711767"/>
              <a:gd name="connsiteX4" fmla="*/ 204407 w 253079"/>
              <a:gd name="connsiteY4" fmla="*/ 0 h 2711767"/>
              <a:gd name="connsiteX5" fmla="*/ 253079 w 253079"/>
              <a:gd name="connsiteY5" fmla="*/ 0 h 2711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3079" h="2711767">
                <a:moveTo>
                  <a:pt x="0" y="2711768"/>
                </a:moveTo>
                <a:lnTo>
                  <a:pt x="77819" y="2711768"/>
                </a:lnTo>
                <a:cubicBezTo>
                  <a:pt x="129759" y="2711768"/>
                  <a:pt x="155734" y="2680021"/>
                  <a:pt x="155734" y="2616518"/>
                </a:cubicBezTo>
                <a:lnTo>
                  <a:pt x="155734" y="95250"/>
                </a:lnTo>
                <a:cubicBezTo>
                  <a:pt x="155734" y="31750"/>
                  <a:pt x="171955" y="0"/>
                  <a:pt x="204407" y="0"/>
                </a:cubicBezTo>
                <a:lnTo>
                  <a:pt x="253079" y="0"/>
                </a:lnTo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314" name="直線單箭頭接點 1313">
            <a:extLst>
              <a:ext uri="{FF2B5EF4-FFF2-40B4-BE49-F238E27FC236}">
                <a16:creationId xmlns:a16="http://schemas.microsoft.com/office/drawing/2014/main" id="{1B9F7B01-59C5-ACE1-5208-36F8863BC62F}"/>
              </a:ext>
            </a:extLst>
          </p:cNvPr>
          <p:cNvCxnSpPr/>
          <p:nvPr/>
        </p:nvCxnSpPr>
        <p:spPr>
          <a:xfrm>
            <a:off x="4521198" y="1209353"/>
            <a:ext cx="0" cy="125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5" name="直線單箭頭接點 1314">
            <a:extLst>
              <a:ext uri="{FF2B5EF4-FFF2-40B4-BE49-F238E27FC236}">
                <a16:creationId xmlns:a16="http://schemas.microsoft.com/office/drawing/2014/main" id="{EF3337CC-27C4-A1E8-7326-D70E114CEBF7}"/>
              </a:ext>
            </a:extLst>
          </p:cNvPr>
          <p:cNvCxnSpPr>
            <a:cxnSpLocks/>
          </p:cNvCxnSpPr>
          <p:nvPr/>
        </p:nvCxnSpPr>
        <p:spPr>
          <a:xfrm>
            <a:off x="4521198" y="1799859"/>
            <a:ext cx="0" cy="125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17" name="矩形 1316">
            <a:extLst>
              <a:ext uri="{FF2B5EF4-FFF2-40B4-BE49-F238E27FC236}">
                <a16:creationId xmlns:a16="http://schemas.microsoft.com/office/drawing/2014/main" id="{52656B1E-B579-2369-18C9-98B12F1D4C52}"/>
              </a:ext>
            </a:extLst>
          </p:cNvPr>
          <p:cNvSpPr/>
          <p:nvPr/>
        </p:nvSpPr>
        <p:spPr>
          <a:xfrm>
            <a:off x="194733" y="2754407"/>
            <a:ext cx="11971867" cy="409550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19" name="文字方塊 1318">
            <a:extLst>
              <a:ext uri="{FF2B5EF4-FFF2-40B4-BE49-F238E27FC236}">
                <a16:creationId xmlns:a16="http://schemas.microsoft.com/office/drawing/2014/main" id="{C598B810-3233-D0BA-0178-11BE5EF17907}"/>
              </a:ext>
            </a:extLst>
          </p:cNvPr>
          <p:cNvSpPr txBox="1"/>
          <p:nvPr/>
        </p:nvSpPr>
        <p:spPr>
          <a:xfrm>
            <a:off x="2770688" y="4484252"/>
            <a:ext cx="312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是</a:t>
            </a:r>
          </a:p>
        </p:txBody>
      </p:sp>
      <p:sp>
        <p:nvSpPr>
          <p:cNvPr id="1320" name="文字方塊 1319">
            <a:extLst>
              <a:ext uri="{FF2B5EF4-FFF2-40B4-BE49-F238E27FC236}">
                <a16:creationId xmlns:a16="http://schemas.microsoft.com/office/drawing/2014/main" id="{08E94B8F-22BA-36B9-4537-97E1B148BC83}"/>
              </a:ext>
            </a:extLst>
          </p:cNvPr>
          <p:cNvSpPr txBox="1"/>
          <p:nvPr/>
        </p:nvSpPr>
        <p:spPr>
          <a:xfrm>
            <a:off x="1605468" y="5051107"/>
            <a:ext cx="312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否</a:t>
            </a:r>
          </a:p>
        </p:txBody>
      </p:sp>
      <p:sp>
        <p:nvSpPr>
          <p:cNvPr id="1321" name="文字方塊 1320">
            <a:extLst>
              <a:ext uri="{FF2B5EF4-FFF2-40B4-BE49-F238E27FC236}">
                <a16:creationId xmlns:a16="http://schemas.microsoft.com/office/drawing/2014/main" id="{C96BDC4F-A53C-D47F-EDE0-6B41FA7BEE6E}"/>
              </a:ext>
            </a:extLst>
          </p:cNvPr>
          <p:cNvSpPr txBox="1"/>
          <p:nvPr/>
        </p:nvSpPr>
        <p:spPr>
          <a:xfrm>
            <a:off x="3196660" y="3882947"/>
            <a:ext cx="312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否</a:t>
            </a:r>
          </a:p>
        </p:txBody>
      </p:sp>
      <p:sp>
        <p:nvSpPr>
          <p:cNvPr id="1322" name="文字方塊 1321">
            <a:extLst>
              <a:ext uri="{FF2B5EF4-FFF2-40B4-BE49-F238E27FC236}">
                <a16:creationId xmlns:a16="http://schemas.microsoft.com/office/drawing/2014/main" id="{8C6E8B1A-A522-4EDA-956C-95A94EE527C7}"/>
              </a:ext>
            </a:extLst>
          </p:cNvPr>
          <p:cNvSpPr txBox="1"/>
          <p:nvPr/>
        </p:nvSpPr>
        <p:spPr>
          <a:xfrm>
            <a:off x="11583515" y="3503105"/>
            <a:ext cx="312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否</a:t>
            </a:r>
          </a:p>
        </p:txBody>
      </p:sp>
      <p:sp>
        <p:nvSpPr>
          <p:cNvPr id="1323" name="文字方塊 1322">
            <a:extLst>
              <a:ext uri="{FF2B5EF4-FFF2-40B4-BE49-F238E27FC236}">
                <a16:creationId xmlns:a16="http://schemas.microsoft.com/office/drawing/2014/main" id="{B5976355-491B-3242-8B97-9FC579CAF6E3}"/>
              </a:ext>
            </a:extLst>
          </p:cNvPr>
          <p:cNvSpPr txBox="1"/>
          <p:nvPr/>
        </p:nvSpPr>
        <p:spPr>
          <a:xfrm>
            <a:off x="8664992" y="6002491"/>
            <a:ext cx="312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否</a:t>
            </a:r>
          </a:p>
        </p:txBody>
      </p:sp>
      <p:sp>
        <p:nvSpPr>
          <p:cNvPr id="1325" name="文字方塊 1324">
            <a:extLst>
              <a:ext uri="{FF2B5EF4-FFF2-40B4-BE49-F238E27FC236}">
                <a16:creationId xmlns:a16="http://schemas.microsoft.com/office/drawing/2014/main" id="{D3509B60-0544-B892-1880-766E94A06DC8}"/>
              </a:ext>
            </a:extLst>
          </p:cNvPr>
          <p:cNvSpPr txBox="1"/>
          <p:nvPr/>
        </p:nvSpPr>
        <p:spPr>
          <a:xfrm>
            <a:off x="4582197" y="4188824"/>
            <a:ext cx="312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是</a:t>
            </a:r>
          </a:p>
        </p:txBody>
      </p:sp>
      <p:sp>
        <p:nvSpPr>
          <p:cNvPr id="1326" name="文字方塊 1325">
            <a:extLst>
              <a:ext uri="{FF2B5EF4-FFF2-40B4-BE49-F238E27FC236}">
                <a16:creationId xmlns:a16="http://schemas.microsoft.com/office/drawing/2014/main" id="{FF8AC962-D353-6CD0-F224-C68AFC216791}"/>
              </a:ext>
            </a:extLst>
          </p:cNvPr>
          <p:cNvSpPr txBox="1"/>
          <p:nvPr/>
        </p:nvSpPr>
        <p:spPr>
          <a:xfrm>
            <a:off x="7234224" y="6550223"/>
            <a:ext cx="312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是</a:t>
            </a:r>
          </a:p>
        </p:txBody>
      </p:sp>
      <p:sp>
        <p:nvSpPr>
          <p:cNvPr id="1327" name="文字方塊 1326">
            <a:extLst>
              <a:ext uri="{FF2B5EF4-FFF2-40B4-BE49-F238E27FC236}">
                <a16:creationId xmlns:a16="http://schemas.microsoft.com/office/drawing/2014/main" id="{92799E6C-B6AA-68B5-5269-18F5EDF13EA1}"/>
              </a:ext>
            </a:extLst>
          </p:cNvPr>
          <p:cNvSpPr txBox="1"/>
          <p:nvPr/>
        </p:nvSpPr>
        <p:spPr>
          <a:xfrm>
            <a:off x="9961412" y="3954977"/>
            <a:ext cx="312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是</a:t>
            </a:r>
          </a:p>
        </p:txBody>
      </p:sp>
      <p:sp>
        <p:nvSpPr>
          <p:cNvPr id="1328" name="標題 1">
            <a:extLst>
              <a:ext uri="{FF2B5EF4-FFF2-40B4-BE49-F238E27FC236}">
                <a16:creationId xmlns:a16="http://schemas.microsoft.com/office/drawing/2014/main" id="{2F9A437C-CF78-500C-3EA3-526C39B89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6497" y="1012714"/>
            <a:ext cx="3663248" cy="779709"/>
          </a:xfrm>
        </p:spPr>
        <p:txBody>
          <a:bodyPr>
            <a:noAutofit/>
          </a:bodyPr>
          <a:lstStyle/>
          <a:p>
            <a:pPr algn="ctr"/>
            <a:r>
              <a:rPr lang="zh-TW" altLang="en-US" sz="5400" dirty="0">
                <a:latin typeface="標楷體" panose="03000509000000000000" pitchFamily="65" charset="-120"/>
                <a:ea typeface="標楷體" panose="03000509000000000000" pitchFamily="65" charset="-120"/>
              </a:rPr>
              <a:t>操作流程圖</a:t>
            </a:r>
          </a:p>
        </p:txBody>
      </p:sp>
      <p:grpSp>
        <p:nvGrpSpPr>
          <p:cNvPr id="27" name="圖形 9">
            <a:extLst>
              <a:ext uri="{FF2B5EF4-FFF2-40B4-BE49-F238E27FC236}">
                <a16:creationId xmlns:a16="http://schemas.microsoft.com/office/drawing/2014/main" id="{780F4806-6E93-9D20-1B4A-62B94500D42B}"/>
              </a:ext>
            </a:extLst>
          </p:cNvPr>
          <p:cNvGrpSpPr/>
          <p:nvPr/>
        </p:nvGrpSpPr>
        <p:grpSpPr>
          <a:xfrm>
            <a:off x="5075900" y="331544"/>
            <a:ext cx="9525" cy="9525"/>
            <a:chOff x="5075900" y="331544"/>
            <a:chExt cx="9525" cy="9525"/>
          </a:xfrm>
          <a:solidFill>
            <a:srgbClr val="000000"/>
          </a:solidFill>
        </p:grpSpPr>
      </p:grpSp>
      <p:sp>
        <p:nvSpPr>
          <p:cNvPr id="1301" name="手繪多邊形: 圖案 1300">
            <a:extLst>
              <a:ext uri="{FF2B5EF4-FFF2-40B4-BE49-F238E27FC236}">
                <a16:creationId xmlns:a16="http://schemas.microsoft.com/office/drawing/2014/main" id="{328650ED-1DDE-A963-C538-93AE5B3CD96A}"/>
              </a:ext>
            </a:extLst>
          </p:cNvPr>
          <p:cNvSpPr/>
          <p:nvPr/>
        </p:nvSpPr>
        <p:spPr>
          <a:xfrm>
            <a:off x="9303805" y="2873541"/>
            <a:ext cx="2419607" cy="438571"/>
          </a:xfrm>
          <a:custGeom>
            <a:avLst/>
            <a:gdLst>
              <a:gd name="connsiteX0" fmla="*/ 520256 w 1364742"/>
              <a:gd name="connsiteY0" fmla="*/ 381000 h 381000"/>
              <a:gd name="connsiteX1" fmla="*/ 34671 w 1364742"/>
              <a:gd name="connsiteY1" fmla="*/ 381000 h 381000"/>
              <a:gd name="connsiteX2" fmla="*/ 14574 w 1364742"/>
              <a:gd name="connsiteY2" fmla="*/ 337471 h 381000"/>
              <a:gd name="connsiteX3" fmla="*/ 264700 w 1364742"/>
              <a:gd name="connsiteY3" fmla="*/ 43529 h 381000"/>
              <a:gd name="connsiteX4" fmla="*/ 358902 w 1364742"/>
              <a:gd name="connsiteY4" fmla="*/ 0 h 381000"/>
              <a:gd name="connsiteX5" fmla="*/ 1330071 w 1364742"/>
              <a:gd name="connsiteY5" fmla="*/ 0 h 381000"/>
              <a:gd name="connsiteX6" fmla="*/ 1350169 w 1364742"/>
              <a:gd name="connsiteY6" fmla="*/ 43529 h 381000"/>
              <a:gd name="connsiteX7" fmla="*/ 1100043 w 1364742"/>
              <a:gd name="connsiteY7" fmla="*/ 337471 h 381000"/>
              <a:gd name="connsiteX8" fmla="*/ 1005840 w 1364742"/>
              <a:gd name="connsiteY8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4742" h="381000">
                <a:moveTo>
                  <a:pt x="520256" y="381000"/>
                </a:moveTo>
                <a:lnTo>
                  <a:pt x="34671" y="381000"/>
                </a:lnTo>
                <a:cubicBezTo>
                  <a:pt x="-3429" y="381000"/>
                  <a:pt x="-10128" y="366490"/>
                  <a:pt x="14574" y="337471"/>
                </a:cubicBezTo>
                <a:lnTo>
                  <a:pt x="264700" y="43529"/>
                </a:lnTo>
                <a:cubicBezTo>
                  <a:pt x="289402" y="14510"/>
                  <a:pt x="320802" y="0"/>
                  <a:pt x="358902" y="0"/>
                </a:cubicBezTo>
                <a:lnTo>
                  <a:pt x="1330071" y="0"/>
                </a:lnTo>
                <a:cubicBezTo>
                  <a:pt x="1368171" y="0"/>
                  <a:pt x="1374871" y="14510"/>
                  <a:pt x="1350169" y="43529"/>
                </a:cubicBezTo>
                <a:lnTo>
                  <a:pt x="1100043" y="337471"/>
                </a:lnTo>
                <a:cubicBezTo>
                  <a:pt x="1075341" y="366490"/>
                  <a:pt x="1043940" y="381000"/>
                  <a:pt x="1005840" y="38100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完成輸出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顯示最終速度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05" name="手繪多邊形: 圖案 1304">
            <a:extLst>
              <a:ext uri="{FF2B5EF4-FFF2-40B4-BE49-F238E27FC236}">
                <a16:creationId xmlns:a16="http://schemas.microsoft.com/office/drawing/2014/main" id="{9D9D9CCE-BA47-8B66-805B-604853CF279F}"/>
              </a:ext>
            </a:extLst>
          </p:cNvPr>
          <p:cNvSpPr/>
          <p:nvPr/>
        </p:nvSpPr>
        <p:spPr>
          <a:xfrm>
            <a:off x="3374631" y="4550643"/>
            <a:ext cx="2419607" cy="455626"/>
          </a:xfrm>
          <a:custGeom>
            <a:avLst/>
            <a:gdLst>
              <a:gd name="connsiteX0" fmla="*/ 520256 w 1364742"/>
              <a:gd name="connsiteY0" fmla="*/ 381000 h 381000"/>
              <a:gd name="connsiteX1" fmla="*/ 34671 w 1364742"/>
              <a:gd name="connsiteY1" fmla="*/ 381000 h 381000"/>
              <a:gd name="connsiteX2" fmla="*/ 14574 w 1364742"/>
              <a:gd name="connsiteY2" fmla="*/ 337471 h 381000"/>
              <a:gd name="connsiteX3" fmla="*/ 264700 w 1364742"/>
              <a:gd name="connsiteY3" fmla="*/ 43529 h 381000"/>
              <a:gd name="connsiteX4" fmla="*/ 358902 w 1364742"/>
              <a:gd name="connsiteY4" fmla="*/ 0 h 381000"/>
              <a:gd name="connsiteX5" fmla="*/ 1330071 w 1364742"/>
              <a:gd name="connsiteY5" fmla="*/ 0 h 381000"/>
              <a:gd name="connsiteX6" fmla="*/ 1350169 w 1364742"/>
              <a:gd name="connsiteY6" fmla="*/ 43529 h 381000"/>
              <a:gd name="connsiteX7" fmla="*/ 1100043 w 1364742"/>
              <a:gd name="connsiteY7" fmla="*/ 337471 h 381000"/>
              <a:gd name="connsiteX8" fmla="*/ 1005840 w 1364742"/>
              <a:gd name="connsiteY8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4742" h="381000">
                <a:moveTo>
                  <a:pt x="520256" y="381000"/>
                </a:moveTo>
                <a:lnTo>
                  <a:pt x="34671" y="381000"/>
                </a:lnTo>
                <a:cubicBezTo>
                  <a:pt x="-3429" y="381000"/>
                  <a:pt x="-10128" y="366490"/>
                  <a:pt x="14574" y="337471"/>
                </a:cubicBezTo>
                <a:lnTo>
                  <a:pt x="264700" y="43529"/>
                </a:lnTo>
                <a:cubicBezTo>
                  <a:pt x="289402" y="14510"/>
                  <a:pt x="320802" y="0"/>
                  <a:pt x="358902" y="0"/>
                </a:cubicBezTo>
                <a:lnTo>
                  <a:pt x="1330071" y="0"/>
                </a:lnTo>
                <a:cubicBezTo>
                  <a:pt x="1368171" y="0"/>
                  <a:pt x="1374871" y="14510"/>
                  <a:pt x="1350169" y="43529"/>
                </a:cubicBezTo>
                <a:lnTo>
                  <a:pt x="1100043" y="337471"/>
                </a:lnTo>
                <a:cubicBezTo>
                  <a:pt x="1075341" y="366490"/>
                  <a:pt x="1043940" y="381000"/>
                  <a:pt x="1005840" y="38100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上傳檔案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提取文字內容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06" name="手繪多邊形: 圖案 1305">
            <a:extLst>
              <a:ext uri="{FF2B5EF4-FFF2-40B4-BE49-F238E27FC236}">
                <a16:creationId xmlns:a16="http://schemas.microsoft.com/office/drawing/2014/main" id="{2F7B2B06-2D40-34FD-5C5A-13506335D952}"/>
              </a:ext>
            </a:extLst>
          </p:cNvPr>
          <p:cNvSpPr/>
          <p:nvPr/>
        </p:nvSpPr>
        <p:spPr>
          <a:xfrm>
            <a:off x="3327040" y="1925049"/>
            <a:ext cx="2419607" cy="438560"/>
          </a:xfrm>
          <a:custGeom>
            <a:avLst/>
            <a:gdLst>
              <a:gd name="connsiteX0" fmla="*/ 520256 w 1364742"/>
              <a:gd name="connsiteY0" fmla="*/ 381000 h 381000"/>
              <a:gd name="connsiteX1" fmla="*/ 34671 w 1364742"/>
              <a:gd name="connsiteY1" fmla="*/ 381000 h 381000"/>
              <a:gd name="connsiteX2" fmla="*/ 14574 w 1364742"/>
              <a:gd name="connsiteY2" fmla="*/ 337471 h 381000"/>
              <a:gd name="connsiteX3" fmla="*/ 264700 w 1364742"/>
              <a:gd name="connsiteY3" fmla="*/ 43529 h 381000"/>
              <a:gd name="connsiteX4" fmla="*/ 358902 w 1364742"/>
              <a:gd name="connsiteY4" fmla="*/ 0 h 381000"/>
              <a:gd name="connsiteX5" fmla="*/ 1330071 w 1364742"/>
              <a:gd name="connsiteY5" fmla="*/ 0 h 381000"/>
              <a:gd name="connsiteX6" fmla="*/ 1350169 w 1364742"/>
              <a:gd name="connsiteY6" fmla="*/ 43529 h 381000"/>
              <a:gd name="connsiteX7" fmla="*/ 1100043 w 1364742"/>
              <a:gd name="connsiteY7" fmla="*/ 337471 h 381000"/>
              <a:gd name="connsiteX8" fmla="*/ 1005840 w 1364742"/>
              <a:gd name="connsiteY8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4742" h="381000">
                <a:moveTo>
                  <a:pt x="520256" y="381000"/>
                </a:moveTo>
                <a:lnTo>
                  <a:pt x="34671" y="381000"/>
                </a:lnTo>
                <a:cubicBezTo>
                  <a:pt x="-3429" y="381000"/>
                  <a:pt x="-10128" y="366490"/>
                  <a:pt x="14574" y="337471"/>
                </a:cubicBezTo>
                <a:lnTo>
                  <a:pt x="264700" y="43529"/>
                </a:lnTo>
                <a:cubicBezTo>
                  <a:pt x="289402" y="14510"/>
                  <a:pt x="320802" y="0"/>
                  <a:pt x="358902" y="0"/>
                </a:cubicBezTo>
                <a:lnTo>
                  <a:pt x="1330071" y="0"/>
                </a:lnTo>
                <a:cubicBezTo>
                  <a:pt x="1368171" y="0"/>
                  <a:pt x="1374871" y="14510"/>
                  <a:pt x="1350169" y="43529"/>
                </a:cubicBezTo>
                <a:lnTo>
                  <a:pt x="1100043" y="337471"/>
                </a:lnTo>
                <a:cubicBezTo>
                  <a:pt x="1075341" y="366490"/>
                  <a:pt x="1043940" y="381000"/>
                  <a:pt x="1005840" y="38100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手動輸出報告</a:t>
            </a:r>
          </a:p>
        </p:txBody>
      </p:sp>
    </p:spTree>
    <p:extLst>
      <p:ext uri="{BB962C8B-B14F-4D97-AF65-F5344CB8AC3E}">
        <p14:creationId xmlns:p14="http://schemas.microsoft.com/office/powerpoint/2010/main" val="892443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02B8B7-DC7E-186C-4EF5-12EC44E4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59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測試結果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CE4357F-2190-0441-04E5-E1E8B7016A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516782"/>
              </p:ext>
            </p:extLst>
          </p:nvPr>
        </p:nvGraphicFramePr>
        <p:xfrm>
          <a:off x="1028700" y="3429000"/>
          <a:ext cx="101346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167">
                  <a:extLst>
                    <a:ext uri="{9D8B030D-6E8A-4147-A177-3AD203B41FA5}">
                      <a16:colId xmlns:a16="http://schemas.microsoft.com/office/drawing/2014/main" val="2957824636"/>
                    </a:ext>
                  </a:extLst>
                </a:gridCol>
                <a:gridCol w="5465233">
                  <a:extLst>
                    <a:ext uri="{9D8B030D-6E8A-4147-A177-3AD203B41FA5}">
                      <a16:colId xmlns:a16="http://schemas.microsoft.com/office/drawing/2014/main" val="3106959576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25133169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風險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主要弱點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修補建議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309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Critical</a:t>
                      </a:r>
                      <a:endParaRPr 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Apache 2.4.x &lt; 2.4.60 多重漏洞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升級 </a:t>
                      </a:r>
                      <a:r>
                        <a:rPr lang="en-US" b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Apache </a:t>
                      </a:r>
                      <a:r>
                        <a:rPr lang="zh-TW" altLang="en-US" b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至 </a:t>
                      </a:r>
                      <a:r>
                        <a:rPr lang="en-US" altLang="zh-TW" b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2.4.60 </a:t>
                      </a:r>
                      <a:r>
                        <a:rPr lang="zh-TW" altLang="en-US" b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以上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122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Critical</a:t>
                      </a:r>
                      <a:endParaRPr 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PHP 8.2.x &lt; 8.2.26 </a:t>
                      </a:r>
                      <a:r>
                        <a:rPr lang="zh-TW" altLang="en-US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多重漏洞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升級 </a:t>
                      </a:r>
                      <a:r>
                        <a:rPr lang="en-US" altLang="zh-TW" b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PHP </a:t>
                      </a:r>
                      <a:r>
                        <a:rPr lang="zh-TW" altLang="en-US" b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至 </a:t>
                      </a:r>
                      <a:r>
                        <a:rPr lang="en-US" altLang="zh-TW" b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8.2.26 </a:t>
                      </a:r>
                      <a:r>
                        <a:rPr lang="zh-TW" altLang="en-US" b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以上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440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Critical</a:t>
                      </a:r>
                      <a:endParaRPr lang="en-US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OpenSSL 3.1.0 &lt; 3.1.7 </a:t>
                      </a:r>
                      <a:r>
                        <a:rPr lang="zh-TW" altLang="en-US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加密漏洞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升級 </a:t>
                      </a:r>
                      <a:r>
                        <a:rPr lang="en-US" b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OpenSSL </a:t>
                      </a:r>
                      <a:r>
                        <a:rPr lang="zh-TW" altLang="en-US" b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至 </a:t>
                      </a:r>
                      <a:r>
                        <a:rPr lang="en-US" altLang="zh-TW" b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3.1.7 </a:t>
                      </a:r>
                      <a:r>
                        <a:rPr lang="zh-TW" altLang="en-US" b="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以上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209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High</a:t>
                      </a:r>
                      <a:endParaRPr 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Apache 2.4.x &lt; 2.4.64 / OpenSSL 3.1.0 &lt; 3.1.6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全部更新至</a:t>
                      </a:r>
                      <a:r>
                        <a:rPr lang="zh-TW" altLang="en-US" b="1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最新穩定版</a:t>
                      </a:r>
                      <a:endParaRPr lang="zh-TW" altLang="en-US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005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Medium</a:t>
                      </a:r>
                      <a:endParaRPr 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SSL </a:t>
                      </a: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憑證不受信任、</a:t>
                      </a: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PHP 8.2.x &lt; 8.2.18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重新簽發可信憑證；升級 </a:t>
                      </a:r>
                      <a:r>
                        <a:rPr lang="en-US" altLang="zh-TW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PHP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795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Low</a:t>
                      </a:r>
                      <a:endParaRPr 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密碼自動填入、明文傳輸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停用自動填入並</a:t>
                      </a:r>
                      <a:r>
                        <a:rPr lang="zh-TW" altLang="en-US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強制 </a:t>
                      </a:r>
                      <a:r>
                        <a:rPr lang="en-US" altLang="zh-TW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HTTPS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827043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EA493BDF-6D46-4EE8-E5AC-B1516DDB5EBF}"/>
              </a:ext>
            </a:extLst>
          </p:cNvPr>
          <p:cNvSpPr txBox="1"/>
          <p:nvPr/>
        </p:nvSpPr>
        <p:spPr>
          <a:xfrm>
            <a:off x="984250" y="2182845"/>
            <a:ext cx="10223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Nessus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共偵測 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66 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條弱點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，最大問題是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核心套件版本過舊與憑證配置不當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b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建議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：立即更新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Apache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PHP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OpenSSL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至最新版本並更換可信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SSL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憑證，關閉明文與自動填入設定，之後重新執行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Nessus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驗證以確保高危漏洞完全修補</a:t>
            </a:r>
          </a:p>
        </p:txBody>
      </p:sp>
    </p:spTree>
    <p:extLst>
      <p:ext uri="{BB962C8B-B14F-4D97-AF65-F5344CB8AC3E}">
        <p14:creationId xmlns:p14="http://schemas.microsoft.com/office/powerpoint/2010/main" val="3484968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422947-19EA-E8C7-F3DA-ABB137609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58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總結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A7C516-673F-40B7-F182-EC999B10A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133" y="1352021"/>
            <a:ext cx="10515600" cy="151720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新增本地檔案防毒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惡意程式掃描器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Nessus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可以測試「系統」的安全狀態（服務、作業系統漏洞、網路組態），但它不是本地檔案掃描器，所以不能直接指定一個「本機資料夾路徑」讓它像防毒軟體那樣掃描。若想針對目錄或程式碼本身找漏洞，需要換用防毒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惡意程式掃描器（如</a:t>
            </a:r>
            <a:r>
              <a:rPr lang="en-US" altLang="zh-TW" sz="16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ClamAV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Windows Defender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）來做檔案層惡意程式檢測，或使用靜態程式碼分析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(SAST)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/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依賴套件掃描來找應用程式漏洞，這些工具才會對「本機目錄」做遞迴檢查。</a:t>
            </a:r>
            <a:endParaRPr lang="en-US" altLang="zh-TW" sz="1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697F805-89C2-0A9B-9EEA-9E98E8C343D8}"/>
              </a:ext>
            </a:extLst>
          </p:cNvPr>
          <p:cNvSpPr txBox="1"/>
          <p:nvPr/>
        </p:nvSpPr>
        <p:spPr>
          <a:xfrm>
            <a:off x="728133" y="5487367"/>
            <a:ext cx="106256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 err="1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WinRM</a:t>
            </a:r>
            <a:r>
              <a:rPr lang="en-US" altLang="zh-TW" sz="14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(Windows Remote Management):</a:t>
            </a:r>
            <a:r>
              <a:rPr lang="zh-TW" altLang="en-US" sz="14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讓 </a:t>
            </a:r>
            <a:r>
              <a:rPr lang="en-US" altLang="zh-TW" sz="14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Nessus </a:t>
            </a:r>
            <a:r>
              <a:rPr lang="zh-TW" altLang="en-US" sz="14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以 </a:t>
            </a:r>
            <a:r>
              <a:rPr lang="en-US" altLang="zh-TW" sz="14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Web Service </a:t>
            </a:r>
            <a:r>
              <a:rPr lang="zh-TW" altLang="en-US" sz="14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方式執行 </a:t>
            </a:r>
            <a:r>
              <a:rPr lang="en-US" altLang="zh-TW" sz="14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PowerShell</a:t>
            </a:r>
            <a:r>
              <a:rPr lang="zh-TW" altLang="en-US" sz="14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等指令，以讀取系統資訊。</a:t>
            </a:r>
            <a:endParaRPr lang="en-US" altLang="zh-TW" sz="1400" dirty="0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SMB (Server Message Block):</a:t>
            </a:r>
            <a:r>
              <a:rPr lang="zh-TW" altLang="en-US" sz="14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4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Nessus </a:t>
            </a:r>
            <a:r>
              <a:rPr lang="zh-TW" altLang="en-US" sz="14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透過 </a:t>
            </a:r>
            <a:r>
              <a:rPr lang="en-US" altLang="zh-TW" sz="14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SMB </a:t>
            </a:r>
            <a:r>
              <a:rPr lang="zh-TW" altLang="en-US" sz="14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登入並讀取檔案系統、登錄檔、已知漏洞資訊。</a:t>
            </a:r>
            <a:endParaRPr lang="en-US" altLang="zh-TW" sz="1400" dirty="0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 err="1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ClamAV</a:t>
            </a:r>
            <a:r>
              <a:rPr lang="en-US" altLang="zh-TW" sz="14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(Clam </a:t>
            </a:r>
            <a:r>
              <a:rPr lang="en-US" altLang="zh-TW" sz="1400" dirty="0" err="1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AntiVirus</a:t>
            </a:r>
            <a:r>
              <a:rPr lang="en-US" altLang="zh-TW" sz="14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  <a:r>
              <a:rPr lang="zh-TW" altLang="en-US" sz="14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一款開源跨平台防毒軟體，主要用於掃描檔案、郵件伺服器與網頁伺服器中的惡意程式。</a:t>
            </a:r>
            <a:endParaRPr lang="en-US" altLang="zh-TW" sz="1400" dirty="0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SAST(Static Application Security Testing):</a:t>
            </a:r>
            <a:r>
              <a:rPr lang="zh-TW" altLang="en-US" sz="14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在程式碼尚未執行前，對</a:t>
            </a:r>
            <a:r>
              <a:rPr lang="zh-TW" altLang="en-US" sz="1400" b="1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原始碼、位元碼或組態檔</a:t>
            </a:r>
            <a:r>
              <a:rPr lang="zh-TW" altLang="en-US" sz="1400" dirty="0">
                <a:solidFill>
                  <a:schemeClr val="accent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做靜態分析。</a:t>
            </a:r>
            <a:endParaRPr lang="en-US" altLang="zh-TW" sz="1400" dirty="0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C6E8485-69A5-FE16-E2A3-EBDEEB02E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723050"/>
              </p:ext>
            </p:extLst>
          </p:nvPr>
        </p:nvGraphicFramePr>
        <p:xfrm>
          <a:off x="948267" y="2861418"/>
          <a:ext cx="10278532" cy="121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139266">
                  <a:extLst>
                    <a:ext uri="{9D8B030D-6E8A-4147-A177-3AD203B41FA5}">
                      <a16:colId xmlns:a16="http://schemas.microsoft.com/office/drawing/2014/main" val="1272550175"/>
                    </a:ext>
                  </a:extLst>
                </a:gridCol>
                <a:gridCol w="5139266">
                  <a:extLst>
                    <a:ext uri="{9D8B030D-6E8A-4147-A177-3AD203B41FA5}">
                      <a16:colId xmlns:a16="http://schemas.microsoft.com/office/drawing/2014/main" val="3399826382"/>
                    </a:ext>
                  </a:extLst>
                </a:gridCol>
              </a:tblGrid>
              <a:tr h="2631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「系統」的範疇</a:t>
                      </a:r>
                      <a:r>
                        <a:rPr lang="en-US" altLang="zh-TW" sz="14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「本地檔案」的範疇</a:t>
                      </a:r>
                      <a:r>
                        <a:rPr lang="en-US" altLang="zh-TW" sz="1400" b="1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492509"/>
                  </a:ext>
                </a:extLst>
              </a:tr>
              <a:tr h="263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作業系統本身：核心 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(kernel)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、驅動程式、系統服務。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具體的檔案與資料夾：程式碼、圖片、文字文件、設定檔等。</a:t>
                      </a:r>
                      <a:endParaRPr lang="en-US" altLang="zh-TW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4750455"/>
                  </a:ext>
                </a:extLst>
              </a:tr>
              <a:tr h="263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服務與網路介面：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OpenSSL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SMB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400" dirty="0" err="1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WinRM</a:t>
                      </a: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altLang="zh-TW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SSH…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檔案系統中的靜態內容。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422658"/>
                  </a:ext>
                </a:extLst>
              </a:tr>
              <a:tr h="263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安裝在系統中的套件與版本、補丁狀態。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extLst>
                  <a:ext uri="{0D108BD9-81ED-4DB2-BD59-A6C34878D82A}">
                    <a16:rowId xmlns:a16="http://schemas.microsoft.com/office/drawing/2014/main" val="891178949"/>
                  </a:ext>
                </a:extLst>
              </a:tr>
            </a:tbl>
          </a:graphicData>
        </a:graphic>
      </p:graphicFrame>
      <p:sp>
        <p:nvSpPr>
          <p:cNvPr id="13" name="文字方塊 12">
            <a:extLst>
              <a:ext uri="{FF2B5EF4-FFF2-40B4-BE49-F238E27FC236}">
                <a16:creationId xmlns:a16="http://schemas.microsoft.com/office/drawing/2014/main" id="{FA43AC96-CB0A-5AAF-E66B-8B856E4D806A}"/>
              </a:ext>
            </a:extLst>
          </p:cNvPr>
          <p:cNvSpPr txBox="1"/>
          <p:nvPr/>
        </p:nvSpPr>
        <p:spPr>
          <a:xfrm>
            <a:off x="728132" y="4368494"/>
            <a:ext cx="10515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加速</a:t>
            </a:r>
            <a:r>
              <a:rPr lang="en-US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縮短從啟動掃描到得到報告的時間。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97922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CCCD48-9C07-74C7-49BB-3BA99D363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參考連結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CE03D1-3DF6-1273-0DEB-892145EB3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https://www.plantuml.com/plantuml/uml/SyfFKj2rKt3CoKnELR1Io4ZDoSa700003</a:t>
            </a:r>
            <a:endParaRPr lang="en-US" altLang="zh-TW" dirty="0"/>
          </a:p>
          <a:p>
            <a:r>
              <a:rPr lang="en-US" altLang="zh-TW" dirty="0">
                <a:hlinkClick r:id="rId3"/>
              </a:rPr>
              <a:t>https://online.visual-paradigm.com/w/hfwzidso/diagrams/#diagram:proj=0&amp;type=DeploymentDiagram&amp;width=11&amp;height=8.5&amp;unit=inch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09644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1441</TotalTime>
  <Words>1433</Words>
  <Application>Microsoft Office PowerPoint</Application>
  <PresentationFormat>寬螢幕</PresentationFormat>
  <Paragraphs>159</Paragraphs>
  <Slides>7</Slides>
  <Notes>4</Notes>
  <HiddenSlides>1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標楷體</vt:lpstr>
      <vt:lpstr>Aptos</vt:lpstr>
      <vt:lpstr>Aptos Display</vt:lpstr>
      <vt:lpstr>Arial</vt:lpstr>
      <vt:lpstr>Office 佈景主題</vt:lpstr>
      <vt:lpstr>封裝程式殼層物件</vt:lpstr>
      <vt:lpstr>基於Nessus與本地LLM的XAMPP安全檢測與修補方案</vt:lpstr>
      <vt:lpstr>PowerPoint 簡報</vt:lpstr>
      <vt:lpstr>實驗架構圖</vt:lpstr>
      <vt:lpstr>操作流程圖</vt:lpstr>
      <vt:lpstr>測試結果</vt:lpstr>
      <vt:lpstr>總結</vt:lpstr>
      <vt:lpstr>參考連結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r1443002莊雅婷</dc:creator>
  <cp:lastModifiedBy>雅婷 莊</cp:lastModifiedBy>
  <cp:revision>28</cp:revision>
  <dcterms:created xsi:type="dcterms:W3CDTF">2025-09-13T07:21:48Z</dcterms:created>
  <dcterms:modified xsi:type="dcterms:W3CDTF">2025-09-15T05:57:12Z</dcterms:modified>
</cp:coreProperties>
</file>